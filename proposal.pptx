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58.xml.rels" ContentType="application/vnd.openxmlformats-package.relationships+xml"/>
  <Override PartName="/ppt/slideMasters/_rels/slideMaster54.xml.rels" ContentType="application/vnd.openxmlformats-package.relationships+xml"/>
  <Override PartName="/ppt/slideMasters/_rels/slideMaster6.xml.rels" ContentType="application/vnd.openxmlformats-package.relationships+xml"/>
  <Override PartName="/ppt/slideMasters/_rels/slideMaster56.xml.rels" ContentType="application/vnd.openxmlformats-package.relationships+xml"/>
  <Override PartName="/ppt/slideMasters/_rels/slideMaster4.xml.rels" ContentType="application/vnd.openxmlformats-package.relationships+xml"/>
  <Override PartName="/ppt/slideMasters/_rels/slideMaster52.xml.rels" ContentType="application/vnd.openxmlformats-package.relationships+xml"/>
  <Override PartName="/ppt/slideMasters/_rels/slideMaster51.xml.rels" ContentType="application/vnd.openxmlformats-package.relationships+xml"/>
  <Override PartName="/ppt/slideMasters/_rels/slideMaster3.xml.rels" ContentType="application/vnd.openxmlformats-package.relationships+xml"/>
  <Override PartName="/ppt/slideMasters/_rels/slideMaster14.xml.rels" ContentType="application/vnd.openxmlformats-package.relationships+xml"/>
  <Override PartName="/ppt/slideMasters/_rels/slideMaster55.xml.rels" ContentType="application/vnd.openxmlformats-package.relationships+xml"/>
  <Override PartName="/ppt/slideMasters/_rels/slideMaster7.xml.rels" ContentType="application/vnd.openxmlformats-package.relationships+xml"/>
  <Override PartName="/ppt/slideMasters/_rels/slideMaster2.xml.rels" ContentType="application/vnd.openxmlformats-package.relationships+xml"/>
  <Override PartName="/ppt/slideMasters/_rels/slideMaster13.xml.rels" ContentType="application/vnd.openxmlformats-package.relationships+xml"/>
  <Override PartName="/ppt/slideMasters/_rels/slideMaster50.xml.rels" ContentType="application/vnd.openxmlformats-package.relationships+xml"/>
  <Override PartName="/ppt/slideMasters/_rels/slideMaster60.xml.rels" ContentType="application/vnd.openxmlformats-package.relationships+xml"/>
  <Override PartName="/ppt/slideMasters/_rels/slideMaster59.xml.rels" ContentType="application/vnd.openxmlformats-package.relationships+xml"/>
  <Override PartName="/ppt/slideMasters/_rels/slideMaster61.xml.rels" ContentType="application/vnd.openxmlformats-package.relationships+xml"/>
  <Override PartName="/ppt/slideMasters/_rels/slideMaster62.xml.rels" ContentType="application/vnd.openxmlformats-package.relationships+xml"/>
  <Override PartName="/ppt/slideMasters/_rels/slideMaster10.xml.rels" ContentType="application/vnd.openxmlformats-package.relationships+xml"/>
  <Override PartName="/ppt/slideMasters/_rels/slideMaster5.xml.rels" ContentType="application/vnd.openxmlformats-package.relationships+xml"/>
  <Override PartName="/ppt/slideMasters/_rels/slideMaster53.xml.rels" ContentType="application/vnd.openxmlformats-package.relationships+xml"/>
  <Override PartName="/ppt/slideMasters/_rels/slideMaster11.xml.rels" ContentType="application/vnd.openxmlformats-package.relationships+xml"/>
  <Override PartName="/ppt/slideMasters/_rels/slideMaster9.xml.rels" ContentType="application/vnd.openxmlformats-package.relationships+xml"/>
  <Override PartName="/ppt/slideMasters/_rels/slideMaster57.xml.rels" ContentType="application/vnd.openxmlformats-package.relationships+xml"/>
  <Override PartName="/ppt/slideMasters/_rels/slideMaster64.xml.rels" ContentType="application/vnd.openxmlformats-package.relationships+xml"/>
  <Override PartName="/ppt/slideMasters/_rels/slideMaster65.xml.rels" ContentType="application/vnd.openxmlformats-package.relationships+xml"/>
  <Override PartName="/ppt/slideMasters/_rels/slideMaster66.xml.rels" ContentType="application/vnd.openxmlformats-package.relationships+xml"/>
  <Override PartName="/ppt/slideMasters/_rels/slideMaster67.xml.rels" ContentType="application/vnd.openxmlformats-package.relationships+xml"/>
  <Override PartName="/ppt/slideMasters/_rels/slideMaster1.xml.rels" ContentType="application/vnd.openxmlformats-package.relationships+xml"/>
  <Override PartName="/ppt/slideMasters/_rels/slideMaster49.xml.rels" ContentType="application/vnd.openxmlformats-package.relationships+xml"/>
  <Override PartName="/ppt/slideMasters/_rels/slideMaster12.xml.rels" ContentType="application/vnd.openxmlformats-package.relationships+xml"/>
  <Override PartName="/ppt/slideMasters/_rels/slideMaster63.xml.rels" ContentType="application/vnd.openxmlformats-package.relationships+xml"/>
  <Override PartName="/ppt/slideMasters/_rels/slideMaster8.xml.rels" ContentType="application/vnd.openxmlformats-package.relationships+xml"/>
  <Override PartName="/ppt/slideMasters/slideMaster62.xml" ContentType="application/vnd.openxmlformats-officedocument.presentationml.slideMaster+xml"/>
  <Override PartName="/ppt/slideMasters/slideMaster61.xml" ContentType="application/vnd.openxmlformats-officedocument.presentationml.slideMaster+xml"/>
  <Override PartName="/ppt/slideMasters/slideMaster59.xml" ContentType="application/vnd.openxmlformats-officedocument.presentationml.slideMaster+xml"/>
  <Override PartName="/ppt/slideMasters/slideMaster60.xml" ContentType="application/vnd.openxmlformats-officedocument.presentationml.slideMaster+xml"/>
  <Override PartName="/ppt/slideMasters/slideMaster50.xml" ContentType="application/vnd.openxmlformats-officedocument.presentationml.slideMaster+xml"/>
  <Override PartName="/ppt/slideMasters/slideMaster2.xml" ContentType="application/vnd.openxmlformats-officedocument.presentationml.slideMaster+xml"/>
  <Override PartName="/ppt/slideMasters/slideMaster64.xml" ContentType="application/vnd.openxmlformats-officedocument.presentationml.slideMaster+xml"/>
  <Override PartName="/ppt/slideMasters/slideMaster3.xml" ContentType="application/vnd.openxmlformats-officedocument.presentationml.slideMaster+xml"/>
  <Override PartName="/ppt/slideMasters/slideMaster65.xml" ContentType="application/vnd.openxmlformats-officedocument.presentationml.slideMaster+xml"/>
  <Override PartName="/ppt/slideMasters/slideMaster66.xml" ContentType="application/vnd.openxmlformats-officedocument.presentationml.slideMaster+xml"/>
  <Override PartName="/ppt/slideMasters/slideMaster4.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11.xml" ContentType="application/vnd.openxmlformats-officedocument.presentationml.slideMaster+xml"/>
  <Override PartName="/ppt/slideMasters/slideMaster5.xml" ContentType="application/vnd.openxmlformats-officedocument.presentationml.slideMaster+xml"/>
  <Override PartName="/ppt/slideMasters/slideMaster67.xml" ContentType="application/vnd.openxmlformats-officedocument.presentationml.slideMaster+xml"/>
  <Override PartName="/ppt/slideMasters/slideMaster13.xml" ContentType="application/vnd.openxmlformats-officedocument.presentationml.slideMaster+xml"/>
  <Override PartName="/ppt/slideMasters/slideMaster7.xml" ContentType="application/vnd.openxmlformats-officedocument.presentationml.slideMaster+xml"/>
  <Override PartName="/ppt/slideMasters/slideMaster1.xml" ContentType="application/vnd.openxmlformats-officedocument.presentationml.slideMaster+xml"/>
  <Override PartName="/ppt/slideMasters/slideMaster63.xml" ContentType="application/vnd.openxmlformats-officedocument.presentationml.slideMaster+xml"/>
  <Override PartName="/ppt/slideMasters/slideMaster8.xml" ContentType="application/vnd.openxmlformats-officedocument.presentationml.slideMaster+xml"/>
  <Override PartName="/ppt/slideMasters/slideMaster14.xml" ContentType="application/vnd.openxmlformats-officedocument.presentationml.slideMaster+xml"/>
  <Override PartName="/ppt/slideMasters/slideMaster51.xml" ContentType="application/vnd.openxmlformats-officedocument.presentationml.slideMaster+xml"/>
  <Override PartName="/ppt/slideMasters/slideMaster49.xml" ContentType="application/vnd.openxmlformats-officedocument.presentationml.slideMaster+xml"/>
  <Override PartName="/ppt/slideMasters/slideMaster12.xml" ContentType="application/vnd.openxmlformats-officedocument.presentationml.slideMaster+xml"/>
  <Override PartName="/ppt/slideMasters/slideMaster6.xml" ContentType="application/vnd.openxmlformats-officedocument.presentationml.slideMaster+xml"/>
  <Override PartName="/ppt/slideMasters/slideMaster52.xml" ContentType="application/vnd.openxmlformats-officedocument.presentationml.slideMaster+xml"/>
  <Override PartName="/ppt/slideMasters/slideMaster53.xml" ContentType="application/vnd.openxmlformats-officedocument.presentationml.slideMaster+xml"/>
  <Override PartName="/ppt/slideMasters/slideMaster54.xml" ContentType="application/vnd.openxmlformats-officedocument.presentationml.slideMaster+xml"/>
  <Override PartName="/ppt/slideMasters/slideMaster55.xml" ContentType="application/vnd.openxmlformats-officedocument.presentationml.slideMaster+xml"/>
  <Override PartName="/ppt/slideMasters/slideMaster56.xml" ContentType="application/vnd.openxmlformats-officedocument.presentationml.slideMaster+xml"/>
  <Override PartName="/ppt/slideMasters/slideMaster57.xml" ContentType="application/vnd.openxmlformats-officedocument.presentationml.slideMaster+xml"/>
  <Override PartName="/ppt/slideMasters/slideMaster58.xml" ContentType="application/vnd.openxmlformats-officedocument.presentationml.slideMaster+xml"/>
  <Override PartName="/ppt/presProps.xml" ContentType="application/vnd.openxmlformats-officedocument.presentationml.presProps+xml"/>
  <Override PartName="/ppt/theme/theme29.xml" ContentType="application/vnd.openxmlformats-officedocument.theme+xml"/>
  <Override PartName="/ppt/theme/theme28.xml" ContentType="application/vnd.openxmlformats-officedocument.theme+xml"/>
  <Override PartName="/ppt/theme/theme27.xml" ContentType="application/vnd.openxmlformats-officedocument.theme+xml"/>
  <Override PartName="/ppt/theme/theme26.xml" ContentType="application/vnd.openxmlformats-officedocument.theme+xml"/>
  <Override PartName="/ppt/theme/theme25.xml" ContentType="application/vnd.openxmlformats-officedocument.theme+xml"/>
  <Override PartName="/ppt/theme/theme13.xml" ContentType="application/vnd.openxmlformats-officedocument.theme+xml"/>
  <Override PartName="/ppt/theme/theme4.xml" ContentType="application/vnd.openxmlformats-officedocument.theme+xml"/>
  <Override PartName="/ppt/theme/theme31.xml" ContentType="application/vnd.openxmlformats-officedocument.theme+xml"/>
  <Override PartName="/ppt/theme/theme68.xml" ContentType="application/vnd.openxmlformats-officedocument.theme+xml"/>
  <Override PartName="/ppt/theme/theme5.xml" ContentType="application/vnd.openxmlformats-officedocument.theme+xml"/>
  <Override PartName="/ppt/theme/theme32.xml" ContentType="application/vnd.openxmlformats-officedocument.theme+xml"/>
  <Override PartName="/ppt/theme/theme33.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30.xml" ContentType="application/vnd.openxmlformats-officedocument.theme+xml"/>
  <Override PartName="/ppt/theme/theme3.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11.xml" ContentType="application/vnd.openxmlformats-officedocument.theme+xml"/>
  <Override PartName="/ppt/theme/theme1.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20.xml" ContentType="application/vnd.openxmlformats-officedocument.theme+xml"/>
  <Override PartName="/ppt/theme/theme19.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46.xml" ContentType="application/vnd.openxmlformats-officedocument.presentationml.slideLayout+xml"/>
  <Override PartName="/ppt/slideLayouts/slideLayout45.xml" ContentType="application/vnd.openxmlformats-officedocument.presentationml.slideLayout+xml"/>
  <Override PartName="/ppt/slideLayouts/slideLayout44.xml" ContentType="application/vnd.openxmlformats-officedocument.presentationml.slideLayout+xml"/>
  <Override PartName="/ppt/slideLayouts/slideLayout43.xml" ContentType="application/vnd.openxmlformats-officedocument.presentationml.slideLayout+xml"/>
  <Override PartName="/ppt/slideLayouts/slideLayout4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39.xml" ContentType="application/vnd.openxmlformats-officedocument.presentationml.slideLayout+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57.xml" ContentType="application/vnd.openxmlformats-officedocument.presentationml.slideLayout+xml"/>
  <Override PartName="/ppt/slideLayouts/slideLayout18.xml" ContentType="application/vnd.openxmlformats-officedocument.presentationml.slideLayout+xml"/>
  <Override PartName="/ppt/slideLayouts/slideLayout60.xml" ContentType="application/vnd.openxmlformats-officedocument.presentationml.slideLayout+xml"/>
  <Override PartName="/ppt/slideLayouts/slideLayout68.xml" ContentType="application/vnd.openxmlformats-officedocument.presentationml.slideLayout+xml"/>
  <Override PartName="/ppt/slideLayouts/slideLayout31.xml" ContentType="application/vnd.openxmlformats-officedocument.presentationml.slideLayout+xml"/>
  <Override PartName="/ppt/slideLayouts/slideLayout67.xml" ContentType="application/vnd.openxmlformats-officedocument.presentationml.slideLayout+xml"/>
  <Override PartName="/ppt/slideLayouts/slideLayout30.xml" ContentType="application/vnd.openxmlformats-officedocument.presentationml.slideLayout+xml"/>
  <Override PartName="/ppt/slideLayouts/slideLayout66.xml" ContentType="application/vnd.openxmlformats-officedocument.presentationml.slideLayout+xml"/>
  <Override PartName="/ppt/slideLayouts/slideLayout19.xml" ContentType="application/vnd.openxmlformats-officedocument.presentationml.slideLayout+xml"/>
  <Override PartName="/ppt/slideLayouts/slideLayout61.xml" ContentType="application/vnd.openxmlformats-officedocument.presentationml.slideLayout+xml"/>
  <Override PartName="/ppt/slideLayouts/slideLayout65.xml" ContentType="application/vnd.openxmlformats-officedocument.presentationml.slideLayout+xml"/>
  <Override PartName="/ppt/slideLayouts/slideLayout20.xml" ContentType="application/vnd.openxmlformats-officedocument.presentationml.slideLayout+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64.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63.xml" ContentType="application/vnd.openxmlformats-officedocument.presentationml.slideLayout+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62.xml" ContentType="application/vnd.openxmlformats-officedocument.presentationml.slideLayout+xml"/>
  <Override PartName="/ppt/slideLayouts/slideLayout2.xml" ContentType="application/vnd.openxmlformats-officedocument.presentationml.slideLayout+xml"/>
  <Override PartName="/ppt/slideLayouts/slideLayout59.xml" ContentType="application/vnd.openxmlformats-officedocument.presentationml.slideLayout+xml"/>
  <Override PartName="/ppt/slideLayouts/slideLayout58.xml" ContentType="application/vnd.openxmlformats-officedocument.presentationml.slideLayout+xml"/>
  <Override PartName="/ppt/slideLayouts/slideLayout28.xml" ContentType="application/vnd.openxmlformats-officedocument.presentationml.slideLayout+xml"/>
  <Override PartName="/ppt/slideLayouts/slideLayout21.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29.xml" ContentType="application/vnd.openxmlformats-officedocument.presentationml.slideLayout+xml"/>
  <Override PartName="/ppt/slideLayouts/slideLayout22.xml" ContentType="application/vnd.openxmlformats-officedocument.presentationml.slideLayout+xml"/>
  <Override PartName="/ppt/slideLayouts/slideLayout7.xml" ContentType="application/vnd.openxmlformats-officedocument.presentationml.slideLayout+xml"/>
  <Override PartName="/ppt/slideLayouts/slideLayout50.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23.xml" ContentType="application/vnd.openxmlformats-officedocument.presentationml.slideLayout+xml"/>
  <Override PartName="/ppt/slideLayouts/slideLayout8.xml" ContentType="application/vnd.openxmlformats-officedocument.presentationml.slideLayout+xml"/>
  <Override PartName="/ppt/slideLayouts/slideLayout51.xml" ContentType="application/vnd.openxmlformats-officedocument.presentationml.slideLayout+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9.xml" ContentType="application/vnd.openxmlformats-officedocument.presentationml.slideLayout+xml"/>
  <Override PartName="/ppt/slideLayouts/slideLayout52.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_rels/slideLayout41.xml.rels" ContentType="application/vnd.openxmlformats-package.relationships+xml"/>
  <Override PartName="/ppt/slideLayouts/_rels/slideLayout40.xml.rels" ContentType="application/vnd.openxmlformats-package.relationships+xml"/>
  <Override PartName="/ppt/slideLayouts/_rels/slideLayout38.xml.rels" ContentType="application/vnd.openxmlformats-package.relationships+xml"/>
  <Override PartName="/ppt/slideLayouts/_rels/slideLayout37.xml.rels" ContentType="application/vnd.openxmlformats-package.relationships+xml"/>
  <Override PartName="/ppt/slideLayouts/_rels/slideLayout36.xml.rels" ContentType="application/vnd.openxmlformats-package.relationships+xml"/>
  <Override PartName="/ppt/slideLayouts/_rels/slideLayout35.xml.rels" ContentType="application/vnd.openxmlformats-package.relationships+xml"/>
  <Override PartName="/ppt/slideLayouts/_rels/slideLayout34.xml.rels" ContentType="application/vnd.openxmlformats-package.relationships+xml"/>
  <Override PartName="/ppt/slideLayouts/_rels/slideLayout33.xml.rels" ContentType="application/vnd.openxmlformats-package.relationships+xml"/>
  <Override PartName="/ppt/slideLayouts/_rels/slideLayout32.xml.rels" ContentType="application/vnd.openxmlformats-package.relationships+xml"/>
  <Override PartName="/ppt/slideLayouts/_rels/slideLayout15.xml.rels" ContentType="application/vnd.openxmlformats-package.relationships+xml"/>
  <Override PartName="/ppt/slideLayouts/_rels/slideLayout61.xml.rels" ContentType="application/vnd.openxmlformats-package.relationships+xml"/>
  <Override PartName="/ppt/slideLayouts/_rels/slideLayout19.xml.rels" ContentType="application/vnd.openxmlformats-package.relationships+xml"/>
  <Override PartName="/ppt/slideLayouts/_rels/slideLayout65.xml.rels" ContentType="application/vnd.openxmlformats-package.relationships+xml"/>
  <Override PartName="/ppt/slideLayouts/_rels/slideLayout30.xml.rels" ContentType="application/vnd.openxmlformats-package.relationships+xml"/>
  <Override PartName="/ppt/slideLayouts/_rels/slideLayout67.xml.rels" ContentType="application/vnd.openxmlformats-package.relationships+xml"/>
  <Override PartName="/ppt/slideLayouts/_rels/slideLayout66.xml.rels" ContentType="application/vnd.openxmlformats-package.relationships+xml"/>
  <Override PartName="/ppt/slideLayouts/_rels/slideLayout31.xml.rels" ContentType="application/vnd.openxmlformats-package.relationships+xml"/>
  <Override PartName="/ppt/slideLayouts/_rels/slideLayout68.xml.rels" ContentType="application/vnd.openxmlformats-package.relationships+xml"/>
  <Override PartName="/ppt/slideLayouts/_rels/slideLayout60.xml.rels" ContentType="application/vnd.openxmlformats-package.relationships+xml"/>
  <Override PartName="/ppt/slideLayouts/_rels/slideLayout18.xml.rels" ContentType="application/vnd.openxmlformats-package.relationships+xml"/>
  <Override PartName="/ppt/slideLayouts/_rels/slideLayout57.xml.rels" ContentType="application/vnd.openxmlformats-package.relationships+xml"/>
  <Override PartName="/ppt/slideLayouts/_rels/slideLayout20.xml.rels" ContentType="application/vnd.openxmlformats-package.relationships+xml"/>
  <Override PartName="/ppt/slideLayouts/_rels/slideLayout56.xml.rels" ContentType="application/vnd.openxmlformats-package.relationships+xml"/>
  <Override PartName="/ppt/slideLayouts/_rels/slideLayout44.xml.rels" ContentType="application/vnd.openxmlformats-package.relationships+xml"/>
  <Override PartName="/ppt/slideLayouts/_rels/slideLayout55.xml.rels" ContentType="application/vnd.openxmlformats-package.relationships+xml"/>
  <Override PartName="/ppt/slideLayouts/_rels/slideLayout43.xml.rels" ContentType="application/vnd.openxmlformats-package.relationships+xml"/>
  <Override PartName="/ppt/slideLayouts/_rels/slideLayout17.xml.rels" ContentType="application/vnd.openxmlformats-package.relationships+xml"/>
  <Override PartName="/ppt/slideLayouts/_rels/slideLayout54.xml.rels" ContentType="application/vnd.openxmlformats-package.relationships+xml"/>
  <Override PartName="/ppt/slideLayouts/_rels/slideLayout42.xml.rels" ContentType="application/vnd.openxmlformats-package.relationships+xml"/>
  <Override PartName="/ppt/slideLayouts/_rels/slideLayout16.xml.rels" ContentType="application/vnd.openxmlformats-package.relationships+xml"/>
  <Override PartName="/ppt/slideLayouts/_rels/slideLayout53.xml.rels" ContentType="application/vnd.openxmlformats-package.relationships+xml"/>
  <Override PartName="/ppt/slideLayouts/_rels/slideLayout46.xml.rels" ContentType="application/vnd.openxmlformats-package.relationships+xml"/>
  <Override PartName="/ppt/slideLayouts/_rels/slideLayout10.xml.rels" ContentType="application/vnd.openxmlformats-package.relationships+xml"/>
  <Override PartName="/ppt/slideLayouts/_rels/slideLayout47.xml.rels" ContentType="application/vnd.openxmlformats-package.relationships+xml"/>
  <Override PartName="/ppt/slideLayouts/_rels/slideLayout45.xml.rels" ContentType="application/vnd.openxmlformats-package.relationships+xml"/>
  <Override PartName="/ppt/slideLayouts/_rels/slideLayout39.xml.rels" ContentType="application/vnd.openxmlformats-package.relationships+xml"/>
  <Override PartName="/ppt/slideLayouts/_rels/slideLayout14.xml.rels" ContentType="application/vnd.openxmlformats-package.relationships+xml"/>
  <Override PartName="/ppt/slideLayouts/_rels/slideLayout7.xml.rels" ContentType="application/vnd.openxmlformats-package.relationships+xml"/>
  <Override PartName="/ppt/slideLayouts/_rels/slideLayout27.xml.rels" ContentType="application/vnd.openxmlformats-package.relationships+xml"/>
  <Override PartName="/ppt/slideLayouts/_rels/slideLayout64.xml.rels" ContentType="application/vnd.openxmlformats-package.relationships+xml"/>
  <Override PartName="/ppt/slideLayouts/_rels/slideLayout6.xml.rels" ContentType="application/vnd.openxmlformats-package.relationships+xml"/>
  <Override PartName="/ppt/slideLayouts/_rels/slideLayout26.xml.rels" ContentType="application/vnd.openxmlformats-package.relationships+xml"/>
  <Override PartName="/ppt/slideLayouts/_rels/slideLayout63.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62.xml.rels" ContentType="application/vnd.openxmlformats-package.relationships+xml"/>
  <Override PartName="/ppt/slideLayouts/_rels/slideLayout12.xml.rels" ContentType="application/vnd.openxmlformats-package.relationships+xml"/>
  <Override PartName="/ppt/slideLayouts/_rels/slideLayout49.xml.rels" ContentType="application/vnd.openxmlformats-package.relationships+xml"/>
  <Override PartName="/ppt/slideLayouts/_rels/slideLayout59.xml.rels" ContentType="application/vnd.openxmlformats-package.relationships+xml"/>
  <Override PartName="/ppt/slideLayouts/_rels/slideLayout2.xml.rels" ContentType="application/vnd.openxmlformats-package.relationships+xml"/>
  <Override PartName="/ppt/slideLayouts/_rels/slideLayout22.xml.rels" ContentType="application/vnd.openxmlformats-package.relationships+xml"/>
  <Override PartName="/ppt/slideLayouts/_rels/slideLayout11.xml.rels" ContentType="application/vnd.openxmlformats-package.relationships+xml"/>
  <Override PartName="/ppt/slideLayouts/_rels/slideLayout48.xml.rels" ContentType="application/vnd.openxmlformats-package.relationships+xml"/>
  <Override PartName="/ppt/slideLayouts/_rels/slideLayout58.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_rels/slideLayout8.xml.rels" ContentType="application/vnd.openxmlformats-package.relationships+xml"/>
  <Override PartName="/ppt/slideLayouts/_rels/slideLayout28.xml.rels" ContentType="application/vnd.openxmlformats-package.relationships+xml"/>
  <Override PartName="/ppt/slideLayouts/_rels/slideLayout9.xml.rels" ContentType="application/vnd.openxmlformats-package.relationships+xml"/>
  <Override PartName="/ppt/slideLayouts/_rels/slideLayout29.xml.rels" ContentType="application/vnd.openxmlformats-package.relationships+xml"/>
  <Override PartName="/ppt/slideLayouts/_rels/slideLayout50.xml.rels" ContentType="application/vnd.openxmlformats-package.relationships+xml"/>
  <Override PartName="/ppt/slideLayouts/_rels/slideLayout3.xml.rels" ContentType="application/vnd.openxmlformats-package.relationships+xml"/>
  <Override PartName="/ppt/slideLayouts/_rels/slideLayout23.xml.rels" ContentType="application/vnd.openxmlformats-package.relationships+xml"/>
  <Override PartName="/ppt/slideLayouts/_rels/slideLayout51.xml.rels" ContentType="application/vnd.openxmlformats-package.relationships+xml"/>
  <Override PartName="/ppt/slideLayouts/_rels/slideLayout4.xml.rels" ContentType="application/vnd.openxmlformats-package.relationships+xml"/>
  <Override PartName="/ppt/slideLayouts/_rels/slideLayout24.xml.rels" ContentType="application/vnd.openxmlformats-package.relationships+xml"/>
  <Override PartName="/ppt/slideLayouts/_rels/slideLayout52.xml.rels" ContentType="application/vnd.openxmlformats-package.relationships+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29.png" ContentType="image/png"/>
  <Override PartName="/ppt/media/image28.png" ContentType="image/png"/>
  <Override PartName="/ppt/media/image7.jpeg" ContentType="image/jpeg"/>
  <Override PartName="/ppt/media/image27.png" ContentType="image/png"/>
  <Override PartName="/ppt/media/image26.png" ContentType="image/png"/>
  <Override PartName="/ppt/media/image25.png" ContentType="image/png"/>
  <Override PartName="/ppt/media/image24.png" ContentType="image/png"/>
  <Override PartName="/ppt/media/image23.png" ContentType="image/png"/>
  <Override PartName="/ppt/media/image22.png" ContentType="image/png"/>
  <Override PartName="/ppt/media/image21.png" ContentType="image/png"/>
  <Override PartName="/ppt/media/image19.png" ContentType="image/png"/>
  <Override PartName="/ppt/media/image16.png" ContentType="image/png"/>
  <Override PartName="/ppt/media/image15.jpeg" ContentType="image/jpeg"/>
  <Override PartName="/ppt/media/image13.png" ContentType="image/png"/>
  <Override PartName="/ppt/media/image14.png" ContentType="image/png"/>
  <Override PartName="/ppt/media/image5.png" ContentType="image/png"/>
  <Override PartName="/ppt/media/image37.png" ContentType="image/png"/>
  <Override PartName="/ppt/media/image6.png" ContentType="image/png"/>
  <Override PartName="/ppt/media/image38.png" ContentType="image/png"/>
  <Override PartName="/ppt/media/image1.png" ContentType="image/png"/>
  <Override PartName="/ppt/media/image33.png" ContentType="image/png"/>
  <Override PartName="/ppt/media/image40.png" ContentType="image/png"/>
  <Override PartName="/ppt/media/image41.png" ContentType="image/png"/>
  <Override PartName="/ppt/media/image39.png" ContentType="image/png"/>
  <Override PartName="/ppt/media/image30.png" ContentType="image/png"/>
  <Override PartName="/ppt/media/image42.png" ContentType="image/png"/>
  <Override PartName="/ppt/media/image31.png" ContentType="image/png"/>
  <Override PartName="/ppt/media/image43.png" ContentType="image/png"/>
  <Override PartName="/ppt/media/image32.png" ContentType="image/png"/>
  <Override PartName="/ppt/media/image44.png" ContentType="image/png"/>
  <Override PartName="/ppt/media/image45.png" ContentType="image/png"/>
  <Override PartName="/ppt/media/image46.png" ContentType="image/png"/>
  <Override PartName="/ppt/media/image50.png" ContentType="image/png"/>
  <Override PartName="/ppt/media/image11.png" ContentType="image/png"/>
  <Override PartName="/ppt/media/image48.png" ContentType="image/png"/>
  <Override PartName="/ppt/media/image51.png" ContentType="image/png"/>
  <Override PartName="/ppt/media/image4.png" ContentType="image/png"/>
  <Override PartName="/ppt/media/image36.png" ContentType="image/png"/>
  <Override PartName="/ppt/media/image9.png" ContentType="image/png"/>
  <Override PartName="/ppt/media/image18.png" ContentType="image/png"/>
  <Override PartName="/ppt/media/image20.png" ContentType="image/png"/>
  <Override PartName="/ppt/media/image49.png" ContentType="image/png"/>
  <Override PartName="/ppt/media/image12.png" ContentType="image/png"/>
  <Override PartName="/ppt/media/image10.png" ContentType="image/png"/>
  <Override PartName="/ppt/media/image47.png" ContentType="image/png"/>
  <Override PartName="/ppt/media/image3.png" ContentType="image/png"/>
  <Override PartName="/ppt/media/image35.png" ContentType="image/png"/>
  <Override PartName="/ppt/media/image8.png" ContentType="image/png"/>
  <Override PartName="/ppt/media/image17.png" ContentType="image/png"/>
  <Override PartName="/ppt/media/image2.png" ContentType="image/png"/>
  <Override PartName="/ppt/media/image34.png" ContentType="image/png"/>
  <Override PartName="/ppt/slides/_rels/slide27.xml.rels" ContentType="application/vnd.openxmlformats-package.relationships+xml"/>
  <Override PartName="/ppt/slides/_rels/slide11.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5.xml.rels" ContentType="application/vnd.openxmlformats-package.relationships+xml"/>
  <Override PartName="/ppt/slides/_rels/slide22.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1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24.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Slides/notesSlide14.xml" ContentType="application/vnd.openxmlformats-officedocument.presentationml.notesSlide+xml"/>
  <Override PartName="/ppt/notesSlides/_rels/notesSlide5.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14.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7.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8.xml.rels" ContentType="application/vnd.openxmlformats-package.relationships+xml"/>
  <Override PartName="/ppt/notesSlides/_rels/notesSlide6.xml.rels" ContentType="application/vnd.openxmlformats-package.relationships+xml"/>
  <Override PartName="/ppt/notesSlides/_rels/notesSlide21.xml.rels" ContentType="application/vnd.openxmlformats-package.relationships+xml"/>
  <Override PartName="/ppt/notesSlides/_rels/notesSlide19.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711" r:id="rId16"/>
    <p:sldMasterId id="2147483713" r:id="rId17"/>
    <p:sldMasterId id="2147483715" r:id="rId18"/>
    <p:sldMasterId id="2147483717" r:id="rId19"/>
    <p:sldMasterId id="2147483719" r:id="rId20"/>
    <p:sldMasterId id="2147483721" r:id="rId21"/>
    <p:sldMasterId id="2147483723" r:id="rId22"/>
    <p:sldMasterId id="2147483725" r:id="rId23"/>
    <p:sldMasterId id="2147483727" r:id="rId24"/>
    <p:sldMasterId id="2147483729" r:id="rId25"/>
    <p:sldMasterId id="2147483731" r:id="rId26"/>
    <p:sldMasterId id="2147483733" r:id="rId27"/>
    <p:sldMasterId id="2147483735" r:id="rId28"/>
    <p:sldMasterId id="2147483737" r:id="rId29"/>
    <p:sldMasterId id="2147483739" r:id="rId30"/>
    <p:sldMasterId id="2147483741" r:id="rId31"/>
    <p:sldMasterId id="2147483743" r:id="rId32"/>
    <p:sldMasterId id="2147483745" r:id="rId33"/>
    <p:sldMasterId id="2147483747" r:id="rId34"/>
  </p:sldMasterIdLst>
  <p:notesMasterIdLst>
    <p:notesMasterId r:id="rId35"/>
  </p:notesMasterIdLst>
  <p:sldIdLst>
    <p:sldId id="256" r:id="rId36"/>
    <p:sldId id="257" r:id="rId37"/>
    <p:sldId id="258" r:id="rId38"/>
    <p:sldId id="259" r:id="rId39"/>
    <p:sldId id="260" r:id="rId40"/>
    <p:sldId id="261" r:id="rId41"/>
    <p:sldId id="262" r:id="rId42"/>
    <p:sldId id="263" r:id="rId43"/>
    <p:sldId id="264" r:id="rId44"/>
    <p:sldId id="265" r:id="rId45"/>
    <p:sldId id="266" r:id="rId46"/>
    <p:sldId id="267" r:id="rId47"/>
    <p:sldId id="268" r:id="rId48"/>
    <p:sldId id="269" r:id="rId49"/>
    <p:sldId id="270" r:id="rId50"/>
    <p:sldId id="271" r:id="rId51"/>
    <p:sldId id="272" r:id="rId52"/>
    <p:sldId id="273" r:id="rId53"/>
    <p:sldId id="274" r:id="rId54"/>
    <p:sldId id="275" r:id="rId55"/>
    <p:sldId id="276" r:id="rId56"/>
    <p:sldId id="277" r:id="rId57"/>
    <p:sldId id="278" r:id="rId58"/>
    <p:sldId id="279" r:id="rId59"/>
    <p:sldId id="280" r:id="rId60"/>
    <p:sldId id="281" r:id="rId61"/>
    <p:sldId id="282" r:id="rId62"/>
    <p:sldId id="283" r:id="rId63"/>
    <p:sldId id="284" r:id="rId64"/>
    <p:sldId id="285" r:id="rId65"/>
    <p:sldId id="286" r:id="rId66"/>
  </p:sldIdLst>
  <p:sldSz cx="10080625" cy="567055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49.xml"/><Relationship Id="rId17" Type="http://schemas.openxmlformats.org/officeDocument/2006/relationships/slideMaster" Target="slideMasters/slideMaster50.xml"/><Relationship Id="rId18" Type="http://schemas.openxmlformats.org/officeDocument/2006/relationships/slideMaster" Target="slideMasters/slideMaster51.xml"/><Relationship Id="rId19" Type="http://schemas.openxmlformats.org/officeDocument/2006/relationships/slideMaster" Target="slideMasters/slideMaster52.xml"/><Relationship Id="rId20" Type="http://schemas.openxmlformats.org/officeDocument/2006/relationships/slideMaster" Target="slideMasters/slideMaster53.xml"/><Relationship Id="rId21" Type="http://schemas.openxmlformats.org/officeDocument/2006/relationships/slideMaster" Target="slideMasters/slideMaster54.xml"/><Relationship Id="rId22" Type="http://schemas.openxmlformats.org/officeDocument/2006/relationships/slideMaster" Target="slideMasters/slideMaster55.xml"/><Relationship Id="rId23" Type="http://schemas.openxmlformats.org/officeDocument/2006/relationships/slideMaster" Target="slideMasters/slideMaster56.xml"/><Relationship Id="rId24" Type="http://schemas.openxmlformats.org/officeDocument/2006/relationships/slideMaster" Target="slideMasters/slideMaster57.xml"/><Relationship Id="rId25" Type="http://schemas.openxmlformats.org/officeDocument/2006/relationships/slideMaster" Target="slideMasters/slideMaster58.xml"/><Relationship Id="rId26" Type="http://schemas.openxmlformats.org/officeDocument/2006/relationships/slideMaster" Target="slideMasters/slideMaster59.xml"/><Relationship Id="rId27" Type="http://schemas.openxmlformats.org/officeDocument/2006/relationships/slideMaster" Target="slideMasters/slideMaster60.xml"/><Relationship Id="rId28" Type="http://schemas.openxmlformats.org/officeDocument/2006/relationships/slideMaster" Target="slideMasters/slideMaster61.xml"/><Relationship Id="rId29" Type="http://schemas.openxmlformats.org/officeDocument/2006/relationships/slideMaster" Target="slideMasters/slideMaster62.xml"/><Relationship Id="rId30" Type="http://schemas.openxmlformats.org/officeDocument/2006/relationships/slideMaster" Target="slideMasters/slideMaster63.xml"/><Relationship Id="rId31" Type="http://schemas.openxmlformats.org/officeDocument/2006/relationships/slideMaster" Target="slideMasters/slideMaster64.xml"/><Relationship Id="rId32" Type="http://schemas.openxmlformats.org/officeDocument/2006/relationships/slideMaster" Target="slideMasters/slideMaster65.xml"/><Relationship Id="rId33" Type="http://schemas.openxmlformats.org/officeDocument/2006/relationships/slideMaster" Target="slideMasters/slideMaster66.xml"/><Relationship Id="rId34" Type="http://schemas.openxmlformats.org/officeDocument/2006/relationships/slideMaster" Target="slideMasters/slideMaster67.xml"/><Relationship Id="rId35" Type="http://schemas.openxmlformats.org/officeDocument/2006/relationships/notesMaster" Target="notesMasters/notesMaster1.xml"/><Relationship Id="rId36" Type="http://schemas.openxmlformats.org/officeDocument/2006/relationships/slide" Target="slides/slide1.xml"/><Relationship Id="rId37" Type="http://schemas.openxmlformats.org/officeDocument/2006/relationships/slide" Target="slides/slide2.xml"/><Relationship Id="rId38" Type="http://schemas.openxmlformats.org/officeDocument/2006/relationships/slide" Target="slides/slide3.xml"/><Relationship Id="rId39" Type="http://schemas.openxmlformats.org/officeDocument/2006/relationships/slide" Target="slides/slide4.xml"/><Relationship Id="rId40" Type="http://schemas.openxmlformats.org/officeDocument/2006/relationships/slide" Target="slides/slide5.xml"/><Relationship Id="rId41" Type="http://schemas.openxmlformats.org/officeDocument/2006/relationships/slide" Target="slides/slide6.xml"/><Relationship Id="rId42" Type="http://schemas.openxmlformats.org/officeDocument/2006/relationships/slide" Target="slides/slide7.xml"/><Relationship Id="rId43" Type="http://schemas.openxmlformats.org/officeDocument/2006/relationships/slide" Target="slides/slide8.xml"/><Relationship Id="rId44" Type="http://schemas.openxmlformats.org/officeDocument/2006/relationships/slide" Target="slides/slide9.xml"/><Relationship Id="rId45" Type="http://schemas.openxmlformats.org/officeDocument/2006/relationships/slide" Target="slides/slide10.xml"/><Relationship Id="rId46" Type="http://schemas.openxmlformats.org/officeDocument/2006/relationships/slide" Target="slides/slide11.xml"/><Relationship Id="rId47" Type="http://schemas.openxmlformats.org/officeDocument/2006/relationships/slide" Target="slides/slide12.xml"/><Relationship Id="rId48" Type="http://schemas.openxmlformats.org/officeDocument/2006/relationships/slide" Target="slides/slide13.xml"/><Relationship Id="rId49" Type="http://schemas.openxmlformats.org/officeDocument/2006/relationships/slide" Target="slides/slide14.xml"/><Relationship Id="rId50" Type="http://schemas.openxmlformats.org/officeDocument/2006/relationships/slide" Target="slides/slide15.xml"/><Relationship Id="rId51" Type="http://schemas.openxmlformats.org/officeDocument/2006/relationships/slide" Target="slides/slide16.xml"/><Relationship Id="rId52" Type="http://schemas.openxmlformats.org/officeDocument/2006/relationships/slide" Target="slides/slide17.xml"/><Relationship Id="rId53" Type="http://schemas.openxmlformats.org/officeDocument/2006/relationships/slide" Target="slides/slide18.xml"/><Relationship Id="rId54" Type="http://schemas.openxmlformats.org/officeDocument/2006/relationships/slide" Target="slides/slide19.xml"/><Relationship Id="rId55" Type="http://schemas.openxmlformats.org/officeDocument/2006/relationships/slide" Target="slides/slide20.xml"/><Relationship Id="rId56" Type="http://schemas.openxmlformats.org/officeDocument/2006/relationships/slide" Target="slides/slide21.xml"/><Relationship Id="rId57" Type="http://schemas.openxmlformats.org/officeDocument/2006/relationships/slide" Target="slides/slide22.xml"/><Relationship Id="rId58" Type="http://schemas.openxmlformats.org/officeDocument/2006/relationships/slide" Target="slides/slide23.xml"/><Relationship Id="rId59" Type="http://schemas.openxmlformats.org/officeDocument/2006/relationships/slide" Target="slides/slide24.xml"/><Relationship Id="rId60" Type="http://schemas.openxmlformats.org/officeDocument/2006/relationships/slide" Target="slides/slide25.xml"/><Relationship Id="rId61" Type="http://schemas.openxmlformats.org/officeDocument/2006/relationships/slide" Target="slides/slide26.xml"/><Relationship Id="rId62" Type="http://schemas.openxmlformats.org/officeDocument/2006/relationships/slide" Target="slides/slide27.xml"/><Relationship Id="rId63" Type="http://schemas.openxmlformats.org/officeDocument/2006/relationships/slide" Target="slides/slide28.xml"/><Relationship Id="rId64" Type="http://schemas.openxmlformats.org/officeDocument/2006/relationships/slide" Target="slides/slide29.xml"/><Relationship Id="rId65" Type="http://schemas.openxmlformats.org/officeDocument/2006/relationships/slide" Target="slides/slide30.xml"/><Relationship Id="rId66" Type="http://schemas.openxmlformats.org/officeDocument/2006/relationships/slide" Target="slides/slide31.xml"/><Relationship Id="rId6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b="0" lang="en-US" sz="4400" strike="noStrike" u="none">
                <a:solidFill>
                  <a:srgbClr val="000000"/>
                </a:solidFill>
                <a:effectLst/>
                <a:uFillTx/>
                <a:latin typeface="Arial"/>
              </a:rPr>
              <a:t>Click to move the slide</a:t>
            </a:r>
            <a:endParaRPr b="0" lang="en-US" sz="4400" strike="noStrike" u="none">
              <a:solidFill>
                <a:srgbClr val="000000"/>
              </a:solidFill>
              <a:effectLst/>
              <a:uFillTx/>
              <a:latin typeface="Arial"/>
            </a:endParaRPr>
          </a:p>
        </p:txBody>
      </p:sp>
      <p:sp>
        <p:nvSpPr>
          <p:cNvPr id="386"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387"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88" name="PlaceHolder 4"/>
          <p:cNvSpPr>
            <a:spLocks noGrp="1"/>
          </p:cNvSpPr>
          <p:nvPr>
            <p:ph type="dt" idx="205"/>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89" name="PlaceHolder 5"/>
          <p:cNvSpPr>
            <a:spLocks noGrp="1"/>
          </p:cNvSpPr>
          <p:nvPr>
            <p:ph type="ftr" idx="206"/>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90" name="PlaceHolder 6"/>
          <p:cNvSpPr>
            <a:spLocks noGrp="1"/>
          </p:cNvSpPr>
          <p:nvPr>
            <p:ph type="sldNum" idx="207"/>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2AA59F96-5174-43CA-8CBE-A22D7EB45D50}"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5" name="PlaceHolder 1"/>
          <p:cNvSpPr>
            <a:spLocks noGrp="1"/>
          </p:cNvSpPr>
          <p:nvPr>
            <p:ph type="sldImg"/>
          </p:nvPr>
        </p:nvSpPr>
        <p:spPr>
          <a:xfrm>
            <a:off x="689400" y="862560"/>
            <a:ext cx="6687360" cy="3754440"/>
          </a:xfrm>
          <a:prstGeom prst="rect">
            <a:avLst/>
          </a:prstGeom>
          <a:ln w="0">
            <a:noFill/>
          </a:ln>
        </p:spPr>
      </p:sp>
      <p:sp>
        <p:nvSpPr>
          <p:cNvPr id="616" name="PlaceHolder 2"/>
          <p:cNvSpPr>
            <a:spLocks noGrp="1"/>
          </p:cNvSpPr>
          <p:nvPr>
            <p:ph type="body"/>
          </p:nvPr>
        </p:nvSpPr>
        <p:spPr>
          <a:xfrm>
            <a:off x="800640" y="4881600"/>
            <a:ext cx="5665320" cy="3870360"/>
          </a:xfrm>
          <a:prstGeom prst="rect">
            <a:avLst/>
          </a:prstGeom>
          <a:noFill/>
          <a:ln w="0">
            <a:noFill/>
          </a:ln>
        </p:spPr>
        <p:txBody>
          <a:bodyPr lIns="0" rIns="0" tIns="0" bIns="0" anchor="t">
            <a:noAutofit/>
          </a:bodyPr>
          <a:p>
            <a:pPr indent="0">
              <a:lnSpc>
                <a:spcPct val="100000"/>
              </a:lnSpc>
              <a:buNone/>
              <a:tabLst>
                <a:tab algn="l" pos="0"/>
              </a:tabLst>
            </a:pPr>
            <a:r>
              <a:rPr b="0" lang="en-US" sz="1400" strike="noStrike" u="none">
                <a:solidFill>
                  <a:srgbClr val="000000"/>
                </a:solidFill>
                <a:effectLst/>
                <a:uFillTx/>
                <a:latin typeface="Calibri"/>
              </a:rPr>
              <a:t>Viral infections have a significant impact on global health, driving pandemics. Enveloped viruses, such as Monkeypox virus and SARS-CoV-2, are surrounded by lipid membranes that protect their genomes and facilitate infection through interactions with host-cell receptors. Understanding these mechanisms is essential for developing effective antiviral treatments.</a:t>
            </a:r>
            <a:endParaRPr b="0" lang="en-US" sz="1400" strike="noStrike" u="none">
              <a:solidFill>
                <a:srgbClr val="000000"/>
              </a:solidFill>
              <a:effectLst/>
              <a:uFillTx/>
              <a:latin typeface="Arial"/>
            </a:endParaRPr>
          </a:p>
          <a:p>
            <a:pPr indent="0">
              <a:lnSpc>
                <a:spcPct val="100000"/>
              </a:lnSpc>
              <a:buNone/>
              <a:tabLst>
                <a:tab algn="l" pos="0"/>
              </a:tabLst>
            </a:pPr>
            <a:endParaRPr b="0" lang="en-US" sz="1400" strike="noStrike" u="none">
              <a:solidFill>
                <a:srgbClr val="000000"/>
              </a:solidFill>
              <a:effectLst/>
              <a:uFillTx/>
              <a:latin typeface="Arial"/>
            </a:endParaRPr>
          </a:p>
          <a:p>
            <a:pPr indent="0">
              <a:lnSpc>
                <a:spcPct val="100000"/>
              </a:lnSpc>
              <a:buNone/>
              <a:tabLst>
                <a:tab algn="l" pos="0"/>
              </a:tabLst>
            </a:pPr>
            <a:r>
              <a:rPr b="0" lang="en-US" sz="1400" strike="noStrike" u="none">
                <a:solidFill>
                  <a:srgbClr val="000000"/>
                </a:solidFill>
                <a:effectLst/>
                <a:uFillTx/>
                <a:latin typeface="Calibri"/>
              </a:rPr>
              <a:t>Virions are acellular particles lacking cellular structures such as organelles.</a:t>
            </a:r>
            <a:endParaRPr b="0" lang="en-US" sz="1400" strike="noStrike" u="none">
              <a:solidFill>
                <a:srgbClr val="000000"/>
              </a:solidFill>
              <a:effectLst/>
              <a:uFillTx/>
              <a:latin typeface="Arial"/>
            </a:endParaRPr>
          </a:p>
          <a:p>
            <a:pPr indent="0">
              <a:lnSpc>
                <a:spcPct val="100000"/>
              </a:lnSpc>
              <a:buNone/>
              <a:tabLst>
                <a:tab algn="l" pos="0"/>
              </a:tabLst>
            </a:pPr>
            <a:endParaRPr b="0" lang="en-US" sz="1400" strike="noStrike" u="none">
              <a:solidFill>
                <a:srgbClr val="000000"/>
              </a:solidFill>
              <a:effectLst/>
              <a:uFillTx/>
              <a:latin typeface="Arial"/>
            </a:endParaRPr>
          </a:p>
          <a:p>
            <a:pPr indent="0">
              <a:lnSpc>
                <a:spcPct val="100000"/>
              </a:lnSpc>
              <a:buNone/>
              <a:tabLst>
                <a:tab algn="l" pos="0"/>
              </a:tabLst>
            </a:pPr>
            <a:r>
              <a:rPr b="1" lang="en-US" sz="1400" strike="noStrike" u="none">
                <a:solidFill>
                  <a:srgbClr val="000000"/>
                </a:solidFill>
                <a:effectLst/>
                <a:uFillTx/>
                <a:latin typeface="Calibri"/>
              </a:rPr>
              <a:t>Left figure</a:t>
            </a:r>
            <a:r>
              <a:rPr b="0" lang="en-US" sz="1400" strike="noStrike" u="none">
                <a:solidFill>
                  <a:srgbClr val="000000"/>
                </a:solidFill>
                <a:effectLst/>
                <a:uFillTx/>
                <a:latin typeface="Calibri"/>
              </a:rPr>
              <a:t>: Electron microscopy image of SARS‑CoV‑2 particles, showing roughly spherical virions with surface spike proteins.</a:t>
            </a:r>
            <a:endParaRPr b="0" lang="en-US" sz="1400" strike="noStrike" u="none">
              <a:solidFill>
                <a:srgbClr val="000000"/>
              </a:solidFill>
              <a:effectLst/>
              <a:uFillTx/>
              <a:latin typeface="Arial"/>
            </a:endParaRPr>
          </a:p>
          <a:p>
            <a:pPr indent="0">
              <a:lnSpc>
                <a:spcPct val="100000"/>
              </a:lnSpc>
              <a:buNone/>
              <a:tabLst>
                <a:tab algn="l" pos="0"/>
              </a:tabLst>
            </a:pPr>
            <a:endParaRPr b="0" lang="en-US" sz="1400" strike="noStrike" u="none">
              <a:solidFill>
                <a:srgbClr val="000000"/>
              </a:solidFill>
              <a:effectLst/>
              <a:uFillTx/>
              <a:latin typeface="Arial"/>
            </a:endParaRPr>
          </a:p>
          <a:p>
            <a:pPr indent="0">
              <a:lnSpc>
                <a:spcPct val="100000"/>
              </a:lnSpc>
              <a:buNone/>
              <a:tabLst>
                <a:tab algn="l" pos="0"/>
              </a:tabLst>
            </a:pPr>
            <a:r>
              <a:rPr b="1" lang="en-US" sz="1400" strike="noStrike" u="none">
                <a:solidFill>
                  <a:srgbClr val="000000"/>
                </a:solidFill>
                <a:effectLst/>
                <a:uFillTx/>
                <a:latin typeface="Calibri"/>
              </a:rPr>
              <a:t>Right figure: </a:t>
            </a:r>
            <a:r>
              <a:rPr b="0" lang="en-US" sz="1400" strike="noStrike" u="none">
                <a:solidFill>
                  <a:srgbClr val="000000"/>
                </a:solidFill>
                <a:effectLst/>
                <a:uFillTx/>
                <a:latin typeface="Calibri"/>
              </a:rPr>
              <a:t>Electron microscopy image of Monkeypox virus particles, with a larger, brick- or oval-shaped and rounded morphology.</a:t>
            </a:r>
            <a:endParaRPr b="0" lang="en-US" sz="1400" strike="noStrike" u="none">
              <a:solidFill>
                <a:srgbClr val="000000"/>
              </a:solidFill>
              <a:effectLst/>
              <a:uFillTx/>
              <a:latin typeface="Arial"/>
            </a:endParaRPr>
          </a:p>
          <a:p>
            <a:pPr indent="0">
              <a:lnSpc>
                <a:spcPct val="100000"/>
              </a:lnSpc>
              <a:buNone/>
              <a:tabLst>
                <a:tab algn="l" pos="0"/>
              </a:tabLst>
            </a:pPr>
            <a:endParaRPr b="0" lang="en-US" sz="1400" strike="noStrike" u="none">
              <a:solidFill>
                <a:srgbClr val="000000"/>
              </a:solidFill>
              <a:effectLst/>
              <a:uFillTx/>
              <a:latin typeface="Arial"/>
            </a:endParaRPr>
          </a:p>
          <a:p>
            <a:pPr indent="0">
              <a:lnSpc>
                <a:spcPct val="100000"/>
              </a:lnSpc>
              <a:buNone/>
              <a:tabLst>
                <a:tab algn="l" pos="0"/>
              </a:tabLst>
            </a:pPr>
            <a:r>
              <a:rPr b="1" lang="en-US" sz="1400" strike="noStrike" u="none">
                <a:solidFill>
                  <a:srgbClr val="000000"/>
                </a:solidFill>
                <a:effectLst/>
                <a:uFillTx/>
                <a:latin typeface="Calibri"/>
              </a:rPr>
              <a:t>Middle figure:</a:t>
            </a:r>
            <a:r>
              <a:rPr b="0" lang="en-US" sz="1400" strike="noStrike" u="none">
                <a:solidFill>
                  <a:srgbClr val="000000"/>
                </a:solidFill>
                <a:effectLst/>
                <a:uFillTx/>
                <a:latin typeface="Calibri"/>
              </a:rPr>
              <a:t> Schematic diagram of the viral life cycle, </a:t>
            </a:r>
            <a:r>
              <a:rPr b="0" lang="en-US" sz="1400" strike="sngStrike" u="none">
                <a:solidFill>
                  <a:srgbClr val="000000"/>
                </a:solidFill>
                <a:effectLst/>
                <a:uFillTx/>
                <a:latin typeface="Calibri"/>
              </a:rPr>
              <a:t>illustrating virus attachment, entry, genome release, replication, assembly, and release of new virions from the host cell.</a:t>
            </a:r>
            <a:endParaRPr b="0" lang="en-US" sz="1400" strike="noStrike" u="non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7" name="PlaceHolder 1"/>
          <p:cNvSpPr>
            <a:spLocks noGrp="1"/>
          </p:cNvSpPr>
          <p:nvPr>
            <p:ph type="sldImg"/>
          </p:nvPr>
        </p:nvSpPr>
        <p:spPr>
          <a:xfrm>
            <a:off x="533880" y="764280"/>
            <a:ext cx="6681240" cy="3748320"/>
          </a:xfrm>
          <a:prstGeom prst="rect">
            <a:avLst/>
          </a:prstGeom>
          <a:ln w="0">
            <a:noFill/>
          </a:ln>
        </p:spPr>
      </p:sp>
      <p:sp>
        <p:nvSpPr>
          <p:cNvPr id="618" name="PlaceHolder 2"/>
          <p:cNvSpPr>
            <a:spLocks noGrp="1"/>
          </p:cNvSpPr>
          <p:nvPr>
            <p:ph type="body"/>
          </p:nvPr>
        </p:nvSpPr>
        <p:spPr>
          <a:xfrm>
            <a:off x="692640" y="4708080"/>
            <a:ext cx="5825520" cy="338616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en-US" sz="1400" strike="noStrike" u="none">
                <a:solidFill>
                  <a:srgbClr val="000000"/>
                </a:solidFill>
                <a:effectLst/>
                <a:uFillTx/>
                <a:latin typeface="Calibri"/>
              </a:rPr>
              <a:t>This diagram shows the life cycle of an enveloped virus inside a host cell, from entry to the release of new virus particles.</a:t>
            </a:r>
            <a:endParaRPr b="0" lang="en-US" sz="14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400" strike="noStrike" u="none">
                <a:solidFill>
                  <a:srgbClr val="000000"/>
                </a:solidFill>
                <a:effectLst/>
                <a:uFillTx/>
                <a:latin typeface="Calibri"/>
              </a:rPr>
              <a:t>The virus first attaches to the cell surface and enters the cell. Once inside, it releases its genetic material into the cytoplasm. The host cell then reads this genetic information and quickly begins producing viral proteins. These early proteins help copy the viral genome and generate the components to build new viruses.</a:t>
            </a:r>
            <a:endParaRPr b="0" lang="en-US" sz="14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400" strike="noStrike" u="none">
                <a:solidFill>
                  <a:srgbClr val="000000"/>
                </a:solidFill>
                <a:effectLst/>
                <a:uFillTx/>
                <a:latin typeface="Calibri"/>
              </a:rPr>
              <a:t>Structural proteins are produced inside the cell and transported through the cell’s internal membrane system, where they assemble together with the viral genome to form new virus particles. Finally, the newly formed viruses are packaged and released from the cell, allowing them to infect neighboring cells and continue the infection process.</a:t>
            </a:r>
            <a:endParaRPr b="0" lang="en-US" sz="1400" strike="noStrike" u="non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9" name="PlaceHolder 1"/>
          <p:cNvSpPr>
            <a:spLocks noGrp="1"/>
          </p:cNvSpPr>
          <p:nvPr>
            <p:ph type="sldImg"/>
          </p:nvPr>
        </p:nvSpPr>
        <p:spPr>
          <a:xfrm>
            <a:off x="533880" y="764280"/>
            <a:ext cx="6692400" cy="3759480"/>
          </a:xfrm>
          <a:prstGeom prst="rect">
            <a:avLst/>
          </a:prstGeom>
          <a:ln w="0">
            <a:noFill/>
          </a:ln>
        </p:spPr>
      </p:sp>
      <p:sp>
        <p:nvSpPr>
          <p:cNvPr id="620" name="PlaceHolder 2"/>
          <p:cNvSpPr>
            <a:spLocks noGrp="1"/>
          </p:cNvSpPr>
          <p:nvPr>
            <p:ph type="body"/>
          </p:nvPr>
        </p:nvSpPr>
        <p:spPr>
          <a:xfrm>
            <a:off x="813960" y="4777560"/>
            <a:ext cx="5678280" cy="3567600"/>
          </a:xfrm>
          <a:prstGeom prst="rect">
            <a:avLst/>
          </a:prstGeom>
          <a:noFill/>
          <a:ln w="0">
            <a:noFill/>
          </a:ln>
        </p:spPr>
        <p:txBody>
          <a:bodyPr lIns="0" rIns="0" tIns="0" bIns="0" anchor="t">
            <a:noAutofit/>
          </a:bodyPr>
          <a:p>
            <a:pPr indent="0">
              <a:lnSpc>
                <a:spcPct val="100000"/>
              </a:lnSpc>
              <a:buNone/>
              <a:tabLst>
                <a:tab algn="l" pos="0"/>
              </a:tabLst>
            </a:pPr>
            <a:r>
              <a:rPr b="0" lang="en-US" sz="1400" strike="noStrike" u="none">
                <a:solidFill>
                  <a:srgbClr val="000000"/>
                </a:solidFill>
                <a:effectLst/>
                <a:uFillTx/>
                <a:latin typeface="Calibri"/>
              </a:rPr>
              <a:t>This slide compares the shapes of two very different viruses: SARS-CoV-2 and Orthopoxviruses such as Monkeypox.</a:t>
            </a:r>
            <a:endParaRPr b="0" lang="en-US" sz="1400" strike="noStrike" u="none">
              <a:solidFill>
                <a:srgbClr val="000000"/>
              </a:solidFill>
              <a:effectLst/>
              <a:uFillTx/>
              <a:latin typeface="Arial"/>
            </a:endParaRPr>
          </a:p>
          <a:p>
            <a:pPr indent="0">
              <a:lnSpc>
                <a:spcPct val="100000"/>
              </a:lnSpc>
              <a:buNone/>
              <a:tabLst>
                <a:tab algn="l" pos="0"/>
              </a:tabLst>
            </a:pPr>
            <a:r>
              <a:rPr b="0" lang="en-US" sz="1400" strike="noStrike" u="none">
                <a:solidFill>
                  <a:srgbClr val="000000"/>
                </a:solidFill>
                <a:effectLst/>
                <a:uFillTx/>
                <a:latin typeface="Calibri"/>
              </a:rPr>
              <a:t>On the top left, we see transmission electron microscopy images of SARS-CoV-2. These viruses are mostly spherical. The fuzzy outer edge comes from spike proteins. Even at high magnification, the overall shape remains round.</a:t>
            </a:r>
            <a:endParaRPr b="0" lang="en-US" sz="1400" strike="noStrike" u="none">
              <a:solidFill>
                <a:srgbClr val="000000"/>
              </a:solidFill>
              <a:effectLst/>
              <a:uFillTx/>
              <a:latin typeface="Arial"/>
            </a:endParaRPr>
          </a:p>
          <a:p>
            <a:pPr indent="0">
              <a:lnSpc>
                <a:spcPct val="100000"/>
              </a:lnSpc>
              <a:buNone/>
              <a:tabLst>
                <a:tab algn="l" pos="0"/>
              </a:tabLst>
            </a:pPr>
            <a:endParaRPr b="0" lang="en-US" sz="1400" strike="noStrike" u="none">
              <a:solidFill>
                <a:srgbClr val="000000"/>
              </a:solidFill>
              <a:effectLst/>
              <a:uFillTx/>
              <a:latin typeface="Arial"/>
            </a:endParaRPr>
          </a:p>
          <a:p>
            <a:pPr indent="0">
              <a:lnSpc>
                <a:spcPct val="100000"/>
              </a:lnSpc>
              <a:buNone/>
              <a:tabLst>
                <a:tab algn="l" pos="0"/>
              </a:tabLst>
            </a:pPr>
            <a:r>
              <a:rPr b="0" lang="en-US" sz="1400" strike="noStrike" u="none">
                <a:solidFill>
                  <a:srgbClr val="000000"/>
                </a:solidFill>
                <a:effectLst/>
                <a:uFillTx/>
                <a:latin typeface="Calibri"/>
              </a:rPr>
              <a:t>On the top right, we see images of Orthopoxviruses, such as Monkeypox. These viruses are much larger and have a brick-like or oval shape. It appears more complex and structured compared to coronaviruses.</a:t>
            </a:r>
            <a:endParaRPr b="0" lang="en-US" sz="1400" strike="noStrike" u="none">
              <a:solidFill>
                <a:srgbClr val="000000"/>
              </a:solidFill>
              <a:effectLst/>
              <a:uFillTx/>
              <a:latin typeface="Arial"/>
            </a:endParaRPr>
          </a:p>
          <a:p>
            <a:pPr indent="0">
              <a:lnSpc>
                <a:spcPct val="100000"/>
              </a:lnSpc>
              <a:buNone/>
              <a:tabLst>
                <a:tab algn="l" pos="0"/>
              </a:tabLst>
            </a:pPr>
            <a:endParaRPr b="0" lang="en-US" sz="1400" strike="noStrike" u="none">
              <a:solidFill>
                <a:srgbClr val="000000"/>
              </a:solidFill>
              <a:effectLst/>
              <a:uFillTx/>
              <a:latin typeface="Arial"/>
            </a:endParaRPr>
          </a:p>
          <a:p>
            <a:pPr indent="0">
              <a:lnSpc>
                <a:spcPct val="100000"/>
              </a:lnSpc>
              <a:buNone/>
              <a:tabLst>
                <a:tab algn="l" pos="0"/>
              </a:tabLst>
            </a:pPr>
            <a:r>
              <a:rPr b="0" lang="en-US" sz="1400" strike="noStrike" u="none">
                <a:solidFill>
                  <a:srgbClr val="000000"/>
                </a:solidFill>
                <a:effectLst/>
                <a:uFillTx/>
                <a:latin typeface="Calibri"/>
              </a:rPr>
              <a:t>The bottom left image, For SARS-CoV-2, particles remain spherical throughout their life cycle.</a:t>
            </a:r>
            <a:endParaRPr b="0" lang="en-US" sz="1400" strike="noStrike" u="none">
              <a:solidFill>
                <a:srgbClr val="000000"/>
              </a:solidFill>
              <a:effectLst/>
              <a:uFillTx/>
              <a:latin typeface="Arial"/>
            </a:endParaRPr>
          </a:p>
          <a:p>
            <a:pPr indent="0">
              <a:lnSpc>
                <a:spcPct val="100000"/>
              </a:lnSpc>
              <a:buNone/>
              <a:tabLst>
                <a:tab algn="l" pos="0"/>
              </a:tabLst>
            </a:pPr>
            <a:endParaRPr b="0" lang="en-US" sz="1400" strike="noStrike" u="none">
              <a:solidFill>
                <a:srgbClr val="000000"/>
              </a:solidFill>
              <a:effectLst/>
              <a:uFillTx/>
              <a:latin typeface="Arial"/>
            </a:endParaRPr>
          </a:p>
          <a:p>
            <a:pPr indent="0">
              <a:lnSpc>
                <a:spcPct val="100000"/>
              </a:lnSpc>
              <a:buNone/>
              <a:tabLst>
                <a:tab algn="l" pos="0"/>
              </a:tabLst>
            </a:pPr>
            <a:r>
              <a:rPr b="0" lang="en-US" sz="1400" strike="noStrike" u="none">
                <a:solidFill>
                  <a:srgbClr val="000000"/>
                </a:solidFill>
                <a:effectLst/>
                <a:uFillTx/>
                <a:latin typeface="Calibri"/>
              </a:rPr>
              <a:t>The bottom right For Monkeypox, immature particles are spherical, but mature particles become elongated or oval.</a:t>
            </a:r>
            <a:endParaRPr b="0" lang="en-US" sz="1400" strike="noStrike" u="non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1" name="PlaceHolder 1"/>
          <p:cNvSpPr>
            <a:spLocks noGrp="1"/>
          </p:cNvSpPr>
          <p:nvPr>
            <p:ph type="sldImg"/>
          </p:nvPr>
        </p:nvSpPr>
        <p:spPr>
          <a:xfrm>
            <a:off x="533880" y="764280"/>
            <a:ext cx="6681600" cy="3748680"/>
          </a:xfrm>
          <a:prstGeom prst="rect">
            <a:avLst/>
          </a:prstGeom>
          <a:ln w="0">
            <a:noFill/>
          </a:ln>
        </p:spPr>
      </p:sp>
      <p:sp>
        <p:nvSpPr>
          <p:cNvPr id="622" name="PlaceHolder 2"/>
          <p:cNvSpPr>
            <a:spLocks noGrp="1"/>
          </p:cNvSpPr>
          <p:nvPr>
            <p:ph type="body"/>
          </p:nvPr>
        </p:nvSpPr>
        <p:spPr>
          <a:xfrm>
            <a:off x="777240" y="4777560"/>
            <a:ext cx="5888160" cy="2320920"/>
          </a:xfrm>
          <a:prstGeom prst="rect">
            <a:avLst/>
          </a:prstGeom>
          <a:noFill/>
          <a:ln w="0">
            <a:noFill/>
          </a:ln>
        </p:spPr>
        <p:txBody>
          <a:bodyPr lIns="0" rIns="0" tIns="0" bIns="0" anchor="t">
            <a:noAutofit/>
          </a:bodyPr>
          <a:p>
            <a:pPr indent="0">
              <a:lnSpc>
                <a:spcPct val="100000"/>
              </a:lnSpc>
              <a:buNone/>
              <a:tabLst>
                <a:tab algn="l" pos="0"/>
              </a:tabLst>
            </a:pPr>
            <a:r>
              <a:rPr b="0" lang="en-US" sz="1400" strike="noStrike" u="none">
                <a:solidFill>
                  <a:srgbClr val="000000"/>
                </a:solidFill>
                <a:effectLst/>
                <a:uFillTx/>
                <a:latin typeface="Calibri"/>
                <a:ea typeface="DejaVu Sans"/>
              </a:rPr>
              <a:t>Orthopoxviruses are DNA viruses containing about 200 kilobase pairs of double-stranded DNA on average, forming a rigid, elongated dumbbell morphology with a contour size of about 250 nm in length and 200 nm in width.</a:t>
            </a:r>
            <a:endParaRPr b="0" lang="en-US" sz="1400" strike="noStrike" u="none">
              <a:solidFill>
                <a:srgbClr val="000000"/>
              </a:solidFill>
              <a:effectLst/>
              <a:uFillTx/>
              <a:latin typeface="Arial"/>
            </a:endParaRPr>
          </a:p>
          <a:p>
            <a:pPr indent="0">
              <a:lnSpc>
                <a:spcPct val="100000"/>
              </a:lnSpc>
              <a:buNone/>
              <a:tabLst>
                <a:tab algn="l" pos="0"/>
              </a:tabLst>
            </a:pPr>
            <a:endParaRPr b="0" lang="en-US" sz="1400" strike="noStrike" u="none">
              <a:solidFill>
                <a:srgbClr val="000000"/>
              </a:solidFill>
              <a:effectLst/>
              <a:uFillTx/>
              <a:latin typeface="Arial"/>
            </a:endParaRPr>
          </a:p>
          <a:p>
            <a:pPr indent="0">
              <a:lnSpc>
                <a:spcPct val="100000"/>
              </a:lnSpc>
              <a:buNone/>
              <a:tabLst>
                <a:tab algn="l" pos="0"/>
              </a:tabLst>
            </a:pPr>
            <a:r>
              <a:rPr b="0" lang="en-US" sz="1400" strike="noStrike" u="none">
                <a:solidFill>
                  <a:srgbClr val="000000"/>
                </a:solidFill>
                <a:effectLst/>
                <a:uFillTx/>
                <a:latin typeface="Calibri"/>
                <a:ea typeface="DejaVu Sans"/>
              </a:rPr>
              <a:t>Coronaviruses,by contrast, are single-stranded RNA viruses with around 30 kilobase pairs and an average contour size of 50–140 nm. Their genomes are highly confined and crowded inside the capsid. As a result, they may display internal pressures ranging between 10–60 atm to facilitate genome injection into the host cell’s nucleus.</a:t>
            </a:r>
            <a:endParaRPr b="0" lang="en-US" sz="1400" strike="noStrike" u="none">
              <a:solidFill>
                <a:srgbClr val="000000"/>
              </a:solidFill>
              <a:effectLst/>
              <a:uFillTx/>
              <a:latin typeface="Arial"/>
            </a:endParaRPr>
          </a:p>
          <a:p>
            <a:pPr indent="0">
              <a:lnSpc>
                <a:spcPct val="100000"/>
              </a:lnSpc>
              <a:buNone/>
              <a:tabLst>
                <a:tab algn="l" pos="0"/>
              </a:tabLst>
            </a:pPr>
            <a:endParaRPr b="0" lang="en-US" sz="1400" strike="noStrike" u="non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3" name="PlaceHolder 1"/>
          <p:cNvSpPr>
            <a:spLocks noGrp="1"/>
          </p:cNvSpPr>
          <p:nvPr>
            <p:ph type="sldImg"/>
          </p:nvPr>
        </p:nvSpPr>
        <p:spPr>
          <a:xfrm>
            <a:off x="533880" y="764280"/>
            <a:ext cx="6686640" cy="3753720"/>
          </a:xfrm>
          <a:prstGeom prst="rect">
            <a:avLst/>
          </a:prstGeom>
          <a:ln w="0">
            <a:noFill/>
          </a:ln>
        </p:spPr>
      </p:sp>
      <p:sp>
        <p:nvSpPr>
          <p:cNvPr id="624" name="PlaceHolder 2"/>
          <p:cNvSpPr>
            <a:spLocks noGrp="1"/>
          </p:cNvSpPr>
          <p:nvPr>
            <p:ph type="body"/>
          </p:nvPr>
        </p:nvSpPr>
        <p:spPr>
          <a:xfrm>
            <a:off x="883800" y="4704840"/>
            <a:ext cx="6309360" cy="5160960"/>
          </a:xfrm>
          <a:prstGeom prst="rect">
            <a:avLst/>
          </a:prstGeom>
          <a:noFill/>
          <a:ln w="0">
            <a:noFill/>
          </a:ln>
        </p:spPr>
        <p:txBody>
          <a:bodyPr lIns="0" rIns="0" tIns="0" bIns="0" anchor="t">
            <a:noAutofit/>
          </a:bodyPr>
          <a:p>
            <a:pPr indent="0">
              <a:lnSpc>
                <a:spcPct val="100000"/>
              </a:lnSpc>
              <a:buNone/>
              <a:tabLst>
                <a:tab algn="l" pos="0"/>
              </a:tabLst>
            </a:pPr>
            <a:r>
              <a:rPr b="0" lang="en-US" sz="1600" strike="noStrike" u="none">
                <a:solidFill>
                  <a:srgbClr val="000000"/>
                </a:solidFill>
                <a:effectLst/>
                <a:uFillTx/>
                <a:latin typeface="Calibri"/>
              </a:rPr>
              <a:t>In our previous work, we studied how spherical monomers assemble into dimers, trimers, and tetramers on curved surfaces, motivated by the trimer spike proteins of SARS-CoV-2. </a:t>
            </a: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rPr>
              <a:t>We identified the interaction conditions under which trimer formation is energetically favored.  This slide shows spike proteins spreading randomly at first and then coming together to form trimers on the virus surface, in good agreement with what we saw in real SARS-CoV-2 particle</a:t>
            </a: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rPr>
              <a:t>Building on this work, we want to develop a simple coarse-grained model with a minimal number of parameters to understand how interactions between the viral membrane and the enclosed genome control the shape of enveloped viruses. </a:t>
            </a:r>
            <a:endParaRPr b="0" lang="en-US" sz="1600" strike="noStrike" u="none">
              <a:solidFill>
                <a:srgbClr val="000000"/>
              </a:solidFill>
              <a:effectLst/>
              <a:uFillTx/>
              <a:latin typeface="Arial"/>
            </a:endParaRPr>
          </a:p>
          <a:p>
            <a:pPr indent="0">
              <a:lnSpc>
                <a:spcPct val="100000"/>
              </a:lnSpc>
              <a:buNone/>
              <a:tabLst>
                <a:tab algn="l" pos="0"/>
              </a:tabLst>
            </a:pP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rPr>
              <a:t>The goal is to gain thermodynamic insight into how genetic material is organized inside viruses, </a:t>
            </a: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rPr>
              <a:t>how the genome and membrane influence each other, </a:t>
            </a: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rPr>
              <a:t>how internal pressure is generated by the packed genome. </a:t>
            </a: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rPr>
              <a:t>Understanding these physical mechanisms may help the development of new antiviral treatments.</a:t>
            </a:r>
            <a:endParaRPr b="0" lang="en-US" sz="1600" strike="noStrike" u="non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5" name="PlaceHolder 1"/>
          <p:cNvSpPr>
            <a:spLocks noGrp="1"/>
          </p:cNvSpPr>
          <p:nvPr>
            <p:ph type="sldImg"/>
          </p:nvPr>
        </p:nvSpPr>
        <p:spPr>
          <a:xfrm>
            <a:off x="533880" y="764280"/>
            <a:ext cx="6681240" cy="3748320"/>
          </a:xfrm>
          <a:prstGeom prst="rect">
            <a:avLst/>
          </a:prstGeom>
          <a:ln w="0">
            <a:noFill/>
          </a:ln>
        </p:spPr>
      </p:sp>
      <p:sp>
        <p:nvSpPr>
          <p:cNvPr id="626" name="PlaceHolder 2"/>
          <p:cNvSpPr>
            <a:spLocks noGrp="1"/>
          </p:cNvSpPr>
          <p:nvPr>
            <p:ph type="body"/>
          </p:nvPr>
        </p:nvSpPr>
        <p:spPr>
          <a:xfrm>
            <a:off x="588960" y="4777560"/>
            <a:ext cx="6431400" cy="4681440"/>
          </a:xfrm>
          <a:prstGeom prst="rect">
            <a:avLst/>
          </a:prstGeom>
          <a:noFill/>
          <a:ln w="0">
            <a:noFill/>
          </a:ln>
        </p:spPr>
        <p:txBody>
          <a:bodyPr lIns="0" rIns="0" tIns="0" bIns="0" anchor="t">
            <a:noAutofit/>
          </a:bodyPr>
          <a:p>
            <a:pPr indent="0">
              <a:lnSpc>
                <a:spcPct val="100000"/>
              </a:lnSpc>
              <a:buNone/>
              <a:tabLst>
                <a:tab algn="l" pos="0"/>
              </a:tabLst>
            </a:pPr>
            <a:r>
              <a:rPr b="1" lang="en-US" sz="1400" strike="noStrike" u="none">
                <a:solidFill>
                  <a:srgbClr val="000000"/>
                </a:solidFill>
                <a:effectLst/>
                <a:uFillTx/>
                <a:latin typeface="Calibri"/>
                <a:ea typeface="DejaVu Sans"/>
              </a:rPr>
              <a:t>Coarse-Grained Models (CGM): </a:t>
            </a:r>
            <a:endParaRPr b="0" lang="en-US" sz="1400" strike="noStrike" u="none">
              <a:solidFill>
                <a:srgbClr val="000000"/>
              </a:solidFill>
              <a:effectLst/>
              <a:uFillTx/>
              <a:latin typeface="Arial"/>
            </a:endParaRPr>
          </a:p>
          <a:p>
            <a:pPr indent="0">
              <a:lnSpc>
                <a:spcPct val="100000"/>
              </a:lnSpc>
              <a:buNone/>
              <a:tabLst>
                <a:tab algn="l" pos="0"/>
              </a:tabLst>
            </a:pPr>
            <a:r>
              <a:rPr b="0" lang="en-US" sz="1400" strike="noStrike" u="none">
                <a:solidFill>
                  <a:srgbClr val="000000"/>
                </a:solidFill>
                <a:effectLst/>
                <a:uFillTx/>
                <a:latin typeface="Calibri"/>
                <a:ea typeface="DejaVu Sans"/>
              </a:rPr>
              <a:t>It simplifies complex systems by grouping atoms or molecules into larger particles called beads. This allows for large-scale simulations at low computational cost and supports the identification of minimal-parameter models.</a:t>
            </a:r>
            <a:endParaRPr b="0" lang="en-US" sz="1400" strike="noStrike" u="none">
              <a:solidFill>
                <a:srgbClr val="000000"/>
              </a:solidFill>
              <a:effectLst/>
              <a:uFillTx/>
              <a:latin typeface="Arial"/>
            </a:endParaRPr>
          </a:p>
          <a:p>
            <a:pPr indent="0">
              <a:lnSpc>
                <a:spcPct val="100000"/>
              </a:lnSpc>
              <a:buNone/>
              <a:tabLst>
                <a:tab algn="l" pos="0"/>
              </a:tabLst>
            </a:pPr>
            <a:endParaRPr b="0" lang="en-US" sz="1400" strike="noStrike" u="none">
              <a:solidFill>
                <a:srgbClr val="000000"/>
              </a:solidFill>
              <a:effectLst/>
              <a:uFillTx/>
              <a:latin typeface="Arial"/>
            </a:endParaRPr>
          </a:p>
          <a:p>
            <a:pPr indent="0">
              <a:lnSpc>
                <a:spcPct val="100000"/>
              </a:lnSpc>
              <a:buNone/>
              <a:tabLst>
                <a:tab algn="l" pos="0"/>
              </a:tabLst>
            </a:pPr>
            <a:r>
              <a:rPr b="1" lang="en-US" sz="1400" strike="noStrike" u="none">
                <a:solidFill>
                  <a:srgbClr val="000000"/>
                </a:solidFill>
                <a:effectLst/>
                <a:uFillTx/>
                <a:latin typeface="Calibri"/>
                <a:ea typeface="DejaVu Sans"/>
              </a:rPr>
              <a:t>Left figure</a:t>
            </a:r>
            <a:r>
              <a:rPr b="0" lang="en-US" sz="1400" strike="noStrike" u="none">
                <a:solidFill>
                  <a:srgbClr val="000000"/>
                </a:solidFill>
                <a:effectLst/>
                <a:uFillTx/>
                <a:latin typeface="Calibri"/>
                <a:ea typeface="DejaVu Sans"/>
              </a:rPr>
              <a:t>: shows how scientists use different types of models to study the same system at different sizes and time scales. At very small scales, atomistic simulations describe every atom in detail, which gives accurate information but can only be used for tiny systems and very short times. At a larger scale, coarse-grained models simplify the system by grouping many atoms together, making it possible to study bigger system and longer processes while keeping the main physical behavior. At the largest scale, continuum models treat the system as a smooth shape instead of individual particles, which is useful for understanding overall form and bending. In this work, we use a coarse-grained model to balance physical realism with computational efficiency.</a:t>
            </a:r>
            <a:endParaRPr b="0" lang="en-US" sz="14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1" lang="en-US" sz="1400" strike="noStrike" u="none">
                <a:solidFill>
                  <a:srgbClr val="000000"/>
                </a:solidFill>
                <a:effectLst/>
                <a:uFillTx/>
                <a:latin typeface="Calibri"/>
                <a:ea typeface="DejaVu Sans"/>
              </a:rPr>
              <a:t>Right figure:</a:t>
            </a:r>
            <a:r>
              <a:rPr b="0" lang="en-US" sz="1400" strike="noStrike" u="none">
                <a:solidFill>
                  <a:srgbClr val="000000"/>
                </a:solidFill>
                <a:effectLst/>
                <a:uFillTx/>
                <a:latin typeface="Calibri"/>
                <a:ea typeface="DejaVu Sans"/>
              </a:rPr>
              <a:t> Coarse-grained representation of a confined viral interior, where the membrane is modeled as a cubic box, the genome as an orange rod, and proteins as green beads.</a:t>
            </a:r>
            <a:endParaRPr b="0" lang="en-US" sz="1400" strike="noStrike" u="non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7" name="PlaceHolder 1"/>
          <p:cNvSpPr>
            <a:spLocks noGrp="1"/>
          </p:cNvSpPr>
          <p:nvPr>
            <p:ph type="sldImg"/>
          </p:nvPr>
        </p:nvSpPr>
        <p:spPr>
          <a:xfrm>
            <a:off x="533880" y="764280"/>
            <a:ext cx="6681240" cy="3748320"/>
          </a:xfrm>
          <a:prstGeom prst="rect">
            <a:avLst/>
          </a:prstGeom>
          <a:ln w="0">
            <a:noFill/>
          </a:ln>
        </p:spPr>
      </p:sp>
      <p:sp>
        <p:nvSpPr>
          <p:cNvPr id="628" name="PlaceHolder 2"/>
          <p:cNvSpPr>
            <a:spLocks noGrp="1"/>
          </p:cNvSpPr>
          <p:nvPr>
            <p:ph type="body"/>
          </p:nvPr>
        </p:nvSpPr>
        <p:spPr>
          <a:xfrm>
            <a:off x="385560" y="4777560"/>
            <a:ext cx="6715800" cy="3976560"/>
          </a:xfrm>
          <a:prstGeom prst="rect">
            <a:avLst/>
          </a:prstGeom>
          <a:noFill/>
          <a:ln w="0">
            <a:noFill/>
          </a:ln>
        </p:spPr>
        <p:txBody>
          <a:bodyPr lIns="0" rIns="0" tIns="0" bIns="0" anchor="t">
            <a:noAutofit/>
          </a:bodyPr>
          <a:p>
            <a:pPr indent="0">
              <a:lnSpc>
                <a:spcPct val="100000"/>
              </a:lnSpc>
              <a:buNone/>
              <a:tabLst>
                <a:tab algn="l" pos="0"/>
              </a:tabLst>
            </a:pPr>
            <a:r>
              <a:rPr b="1" lang="en-US" sz="1600" strike="noStrike" u="none">
                <a:solidFill>
                  <a:srgbClr val="000000"/>
                </a:solidFill>
                <a:effectLst/>
                <a:uFillTx/>
                <a:latin typeface="Calibri"/>
              </a:rPr>
              <a:t>Monte Carlo Simulations</a:t>
            </a: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rPr>
              <a:t>Monte Carlo (MC) simulation uses random trial moves to study a physical system. At each step, the program slightly changes the system, such as moving one particle, and then checks whether the new configuration is physically reasonable. By repeating many steps, the system explores many possible configurations and reaches equilibrium. This allows us to calculate average properties such as energy, pressure, and structure.</a:t>
            </a:r>
            <a:endParaRPr b="0" lang="en-US" sz="1600" strike="noStrike" u="none">
              <a:solidFill>
                <a:srgbClr val="000000"/>
              </a:solidFill>
              <a:effectLst/>
              <a:uFillTx/>
              <a:latin typeface="Arial"/>
            </a:endParaRPr>
          </a:p>
          <a:p>
            <a:pPr indent="0">
              <a:lnSpc>
                <a:spcPct val="100000"/>
              </a:lnSpc>
              <a:buNone/>
              <a:tabLst>
                <a:tab algn="l" pos="0"/>
              </a:tabLst>
            </a:pPr>
            <a:endParaRPr b="0" lang="en-US" sz="1600" strike="noStrike" u="none">
              <a:solidFill>
                <a:srgbClr val="000000"/>
              </a:solidFill>
              <a:effectLst/>
              <a:uFillTx/>
              <a:latin typeface="Arial"/>
            </a:endParaRPr>
          </a:p>
          <a:p>
            <a:pPr indent="0">
              <a:lnSpc>
                <a:spcPct val="100000"/>
              </a:lnSpc>
              <a:spcBef>
                <a:spcPts val="215"/>
              </a:spcBef>
              <a:buNone/>
              <a:tabLst>
                <a:tab algn="l" pos="0"/>
              </a:tabLst>
            </a:pPr>
            <a:r>
              <a:rPr b="1" lang="en-US" sz="1600" strike="noStrike" u="none">
                <a:solidFill>
                  <a:srgbClr val="000000"/>
                </a:solidFill>
                <a:effectLst/>
                <a:uFillTx/>
                <a:latin typeface="Calibri"/>
              </a:rPr>
              <a:t>Metropolis Algorithm</a:t>
            </a:r>
            <a:endParaRPr b="0" lang="en-US" sz="1600" strike="noStrike" u="none">
              <a:solidFill>
                <a:srgbClr val="000000"/>
              </a:solidFill>
              <a:effectLst/>
              <a:uFillTx/>
              <a:latin typeface="Arial"/>
            </a:endParaRPr>
          </a:p>
          <a:p>
            <a:pPr indent="0">
              <a:lnSpc>
                <a:spcPct val="100000"/>
              </a:lnSpc>
              <a:spcBef>
                <a:spcPts val="215"/>
              </a:spcBef>
              <a:buNone/>
              <a:tabLst>
                <a:tab algn="l" pos="0"/>
              </a:tabLst>
            </a:pPr>
            <a:r>
              <a:rPr b="0" lang="en-US" sz="1600" strike="noStrike" u="none">
                <a:solidFill>
                  <a:srgbClr val="000000"/>
                </a:solidFill>
                <a:effectLst/>
                <a:uFillTx/>
                <a:latin typeface="Calibri"/>
              </a:rPr>
              <a:t>The Metropolis algorithm decides whether to accept a trial move. If the energy change ΔE&lt;0, the move is always accepted. If ΔE&gt;0, the move is accepted with probability P=exp(−βΔE) The computer generates a random number r between 0 and 1,  if r&lt;P, move is accepted, if r&gt;p, move is rejected. By repeating this process many times, the system explores many possible configurations and gradually reaches equilibrium, allowing us to measure properties such as energy, pressure, and structure.</a:t>
            </a:r>
            <a:endParaRPr b="0" lang="en-US" sz="1600" strike="noStrike" u="non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9" name="PlaceHolder 1"/>
          <p:cNvSpPr>
            <a:spLocks noGrp="1"/>
          </p:cNvSpPr>
          <p:nvPr>
            <p:ph type="sldImg"/>
          </p:nvPr>
        </p:nvSpPr>
        <p:spPr>
          <a:xfrm>
            <a:off x="453600" y="534600"/>
            <a:ext cx="6685200" cy="3752280"/>
          </a:xfrm>
          <a:prstGeom prst="rect">
            <a:avLst/>
          </a:prstGeom>
          <a:ln w="0">
            <a:noFill/>
          </a:ln>
        </p:spPr>
      </p:sp>
      <p:sp>
        <p:nvSpPr>
          <p:cNvPr id="630" name="PlaceHolder 2"/>
          <p:cNvSpPr>
            <a:spLocks noGrp="1"/>
          </p:cNvSpPr>
          <p:nvPr>
            <p:ph type="body"/>
          </p:nvPr>
        </p:nvSpPr>
        <p:spPr>
          <a:xfrm>
            <a:off x="413280" y="4452480"/>
            <a:ext cx="6814440" cy="4996080"/>
          </a:xfrm>
          <a:prstGeom prst="rect">
            <a:avLst/>
          </a:prstGeom>
          <a:noFill/>
          <a:ln w="0">
            <a:noFill/>
          </a:ln>
        </p:spPr>
        <p:txBody>
          <a:bodyPr lIns="0" rIns="0" tIns="0" bIns="0" anchor="t">
            <a:noAutofit/>
          </a:bodyPr>
          <a:p>
            <a:pPr indent="0">
              <a:lnSpc>
                <a:spcPct val="100000"/>
              </a:lnSpc>
              <a:buNone/>
              <a:tabLst>
                <a:tab algn="l" pos="0"/>
              </a:tabLst>
            </a:pPr>
            <a:r>
              <a:rPr b="0" lang="en-US" sz="1600" strike="noStrike" u="none">
                <a:solidFill>
                  <a:srgbClr val="000000"/>
                </a:solidFill>
                <a:effectLst/>
                <a:uFillTx/>
                <a:latin typeface="Calibri"/>
                <a:ea typeface="DejaVu Sans"/>
              </a:rPr>
              <a:t>Excluded volume is a key part of coarse-grained (CG) modeling. It ensures that two particles cannot occupy the same space. It is nonphysical</a:t>
            </a:r>
            <a:endParaRPr b="0" lang="en-US" sz="1600" strike="noStrike" u="none">
              <a:solidFill>
                <a:srgbClr val="000000"/>
              </a:solidFill>
              <a:effectLst/>
              <a:uFillTx/>
              <a:latin typeface="Arial"/>
            </a:endParaRPr>
          </a:p>
          <a:p>
            <a:pPr indent="0">
              <a:lnSpc>
                <a:spcPct val="100000"/>
              </a:lnSpc>
              <a:buNone/>
              <a:tabLst>
                <a:tab algn="l" pos="0"/>
              </a:tabLst>
            </a:pP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ea typeface="DejaVu Sans"/>
              </a:rPr>
              <a:t>To make sure two particles do not overlap, we calculate the distance between their centers. We first compute the squared distance using the differences in the x, y, and z coordinates(see eq 1). Then we take the square root to get the real distance d</a:t>
            </a:r>
            <a:r>
              <a:rPr b="0" lang="en-US" sz="1600" strike="noStrike" u="none" baseline="-8000">
                <a:solidFill>
                  <a:srgbClr val="000000"/>
                </a:solidFill>
                <a:effectLst/>
                <a:uFillTx/>
                <a:latin typeface="Calibri"/>
                <a:ea typeface="DejaVu Sans"/>
              </a:rPr>
              <a:t>ij</a:t>
            </a:r>
            <a:r>
              <a:rPr b="0" lang="en-US" sz="1600" strike="noStrike" u="none">
                <a:solidFill>
                  <a:srgbClr val="000000"/>
                </a:solidFill>
                <a:effectLst/>
                <a:uFillTx/>
                <a:latin typeface="Calibri"/>
                <a:ea typeface="DejaVu Sans"/>
              </a:rPr>
              <a:t>. If the distance between the two particle centers is smaller than the particle diameter σ(see eq2) that means the particles are overlapping. In that case, we reject the move.</a:t>
            </a:r>
            <a:endParaRPr b="0" lang="en-US" sz="1600" strike="noStrike" u="none">
              <a:solidFill>
                <a:srgbClr val="000000"/>
              </a:solidFill>
              <a:effectLst/>
              <a:uFillTx/>
              <a:latin typeface="Arial"/>
            </a:endParaRPr>
          </a:p>
          <a:p>
            <a:pPr indent="0">
              <a:lnSpc>
                <a:spcPct val="100000"/>
              </a:lnSpc>
              <a:buNone/>
              <a:tabLst>
                <a:tab algn="l" pos="0"/>
              </a:tabLst>
            </a:pPr>
            <a:endParaRPr b="0" lang="en-US" sz="1600" strike="noStrike" u="none">
              <a:solidFill>
                <a:srgbClr val="000000"/>
              </a:solidFill>
              <a:effectLst/>
              <a:uFillTx/>
              <a:latin typeface="Arial"/>
            </a:endParaRPr>
          </a:p>
          <a:p>
            <a:pPr indent="0">
              <a:lnSpc>
                <a:spcPct val="100000"/>
              </a:lnSpc>
              <a:buNone/>
              <a:tabLst>
                <a:tab algn="l" pos="0"/>
              </a:tabLst>
            </a:pP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ea typeface="DejaVu Sans"/>
              </a:rPr>
              <a:t>To stop particles from passing through the box boundaries (membrane walls), we require that the center of each particle stays inside the box (see Eq. (345)).</a:t>
            </a:r>
            <a:endParaRPr b="0" lang="en-US" sz="1600" strike="noStrike" u="none">
              <a:solidFill>
                <a:srgbClr val="000000"/>
              </a:solidFill>
              <a:effectLst/>
              <a:uFillTx/>
              <a:latin typeface="Arial"/>
            </a:endParaRPr>
          </a:p>
          <a:p>
            <a:pPr indent="0">
              <a:lnSpc>
                <a:spcPct val="100000"/>
              </a:lnSpc>
              <a:buNone/>
              <a:tabLst>
                <a:tab algn="l" pos="0"/>
              </a:tabLst>
            </a:pP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ea typeface="DejaVu Sans"/>
              </a:rPr>
              <a:t>The first condition prevents particles from overlapping, while the second condition is keeping each particle completely inside the simulation box. If either condition is violated, the trial move is rejected.</a:t>
            </a:r>
            <a:endParaRPr b="0" lang="en-US" sz="1600" strike="noStrike" u="non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1" name="PlaceHolder 1"/>
          <p:cNvSpPr>
            <a:spLocks noGrp="1"/>
          </p:cNvSpPr>
          <p:nvPr>
            <p:ph type="sldImg"/>
          </p:nvPr>
        </p:nvSpPr>
        <p:spPr>
          <a:xfrm>
            <a:off x="533880" y="764280"/>
            <a:ext cx="6685200" cy="3752280"/>
          </a:xfrm>
          <a:prstGeom prst="rect">
            <a:avLst/>
          </a:prstGeom>
          <a:ln w="0">
            <a:noFill/>
          </a:ln>
        </p:spPr>
      </p:sp>
      <p:sp>
        <p:nvSpPr>
          <p:cNvPr id="632" name="PlaceHolder 2"/>
          <p:cNvSpPr>
            <a:spLocks noGrp="1"/>
          </p:cNvSpPr>
          <p:nvPr>
            <p:ph type="body"/>
          </p:nvPr>
        </p:nvSpPr>
        <p:spPr>
          <a:xfrm>
            <a:off x="547560" y="4746240"/>
            <a:ext cx="6634080" cy="4822560"/>
          </a:xfrm>
          <a:prstGeom prst="rect">
            <a:avLst/>
          </a:prstGeom>
          <a:noFill/>
          <a:ln w="0">
            <a:noFill/>
          </a:ln>
        </p:spPr>
        <p:txBody>
          <a:bodyPr lIns="0" rIns="0" tIns="0" bIns="0" anchor="t">
            <a:noAutofit/>
          </a:bodyPr>
          <a:p>
            <a:pPr indent="0">
              <a:lnSpc>
                <a:spcPct val="100000"/>
              </a:lnSpc>
              <a:buNone/>
              <a:tabLst>
                <a:tab algn="l" pos="0"/>
              </a:tabLst>
            </a:pPr>
            <a:r>
              <a:rPr b="0" lang="en-US" sz="1600" strike="noStrike" u="none">
                <a:solidFill>
                  <a:srgbClr val="000000"/>
                </a:solidFill>
                <a:effectLst/>
                <a:uFillTx/>
                <a:latin typeface="Calibri"/>
                <a:ea typeface="DejaVu Sans"/>
              </a:rPr>
              <a:t>On this slide, I introduce the interaction potential we use in our coarse-grained model, which is Lennard–Jones potential. In our simulation, we do not model detailed chemical bonding, but we still need a simple way to describe how particles push and pull each other.</a:t>
            </a: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ea typeface="DejaVu Sans"/>
              </a:rPr>
              <a:t>The Lennard–Jones potential has two main parts. </a:t>
            </a: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ea typeface="DejaVu Sans"/>
              </a:rPr>
              <a:t>First, when two particles get extremely close, the energy rises very sharply. This represents a strong repulsive force. Physically, it means two particles cannot overlap.</a:t>
            </a:r>
            <a:endParaRPr b="0" lang="en-US" sz="1600" strike="noStrike" u="none">
              <a:solidFill>
                <a:srgbClr val="000000"/>
              </a:solidFill>
              <a:effectLst/>
              <a:uFillTx/>
              <a:latin typeface="Arial"/>
            </a:endParaRPr>
          </a:p>
          <a:p>
            <a:pPr indent="0">
              <a:lnSpc>
                <a:spcPct val="100000"/>
              </a:lnSpc>
              <a:buNone/>
              <a:tabLst>
                <a:tab algn="l" pos="0"/>
              </a:tabLst>
            </a:pP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ea typeface="DejaVu Sans"/>
              </a:rPr>
              <a:t>Second, when particles are a little farther apart, the potential becomes negative, which means there is a weak attraction. This attraction represents van der Waals attraction, or weak binding between different components inside the virus. This attractive part is important because it allows particles to stay near each other and form clusters, instead of spreading out randomly.</a:t>
            </a:r>
            <a:endParaRPr b="0" lang="en-US" sz="1600" strike="noStrike" u="none">
              <a:solidFill>
                <a:srgbClr val="000000"/>
              </a:solidFill>
              <a:effectLst/>
              <a:uFillTx/>
              <a:latin typeface="Arial"/>
            </a:endParaRPr>
          </a:p>
          <a:p>
            <a:pPr indent="0">
              <a:lnSpc>
                <a:spcPct val="100000"/>
              </a:lnSpc>
              <a:buNone/>
              <a:tabLst>
                <a:tab algn="l" pos="0"/>
              </a:tabLst>
            </a:pP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ea typeface="DejaVu Sans"/>
              </a:rPr>
              <a:t>In our virus model, we use this attraction of LJ potential to represent interactions between genome and other internal components. This gives us a simple and realistic way to study genome packing, crowding effects, and internal pressure inside the virus.</a:t>
            </a:r>
            <a:endParaRPr b="0" lang="en-US" sz="16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en-US" sz="1600" strike="noStrike" u="non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3" name="PlaceHolder 1"/>
          <p:cNvSpPr>
            <a:spLocks noGrp="1"/>
          </p:cNvSpPr>
          <p:nvPr>
            <p:ph type="sldImg"/>
          </p:nvPr>
        </p:nvSpPr>
        <p:spPr>
          <a:xfrm>
            <a:off x="533880" y="764280"/>
            <a:ext cx="6688080" cy="3755160"/>
          </a:xfrm>
          <a:prstGeom prst="rect">
            <a:avLst/>
          </a:prstGeom>
          <a:ln w="0">
            <a:noFill/>
          </a:ln>
        </p:spPr>
      </p:sp>
      <p:sp>
        <p:nvSpPr>
          <p:cNvPr id="634" name="PlaceHolder 2"/>
          <p:cNvSpPr>
            <a:spLocks noGrp="1"/>
          </p:cNvSpPr>
          <p:nvPr>
            <p:ph type="body"/>
          </p:nvPr>
        </p:nvSpPr>
        <p:spPr>
          <a:xfrm>
            <a:off x="206640" y="4674240"/>
            <a:ext cx="7202160" cy="438120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en-US" sz="1600" strike="noStrike" u="none">
                <a:solidFill>
                  <a:srgbClr val="000000"/>
                </a:solidFill>
                <a:effectLst/>
                <a:uFillTx/>
                <a:latin typeface="Calibri"/>
              </a:rPr>
              <a:t>Here I explain the difference between the continuous Helfrich membrane theoretical version and the discrete version we use in simulations.  </a:t>
            </a:r>
            <a:endParaRPr b="0" lang="en-US" sz="16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600" strike="noStrike" u="none">
                <a:solidFill>
                  <a:srgbClr val="000000"/>
                </a:solidFill>
                <a:effectLst/>
                <a:uFillTx/>
                <a:latin typeface="Calibri"/>
              </a:rPr>
              <a:t>The Helfrich–Canham model is originally written as a continuous theoretical equation. It describes membrane bending energy using smooth curvature, which is very useful for understanding the physics.</a:t>
            </a:r>
            <a:endParaRPr b="0" lang="en-US" sz="16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600" strike="noStrike" u="none">
                <a:solidFill>
                  <a:srgbClr val="000000"/>
                </a:solidFill>
                <a:effectLst/>
                <a:uFillTx/>
                <a:latin typeface="Calibri"/>
              </a:rPr>
              <a:t>However, in a computer simulation we cannot represent a perfectly smooth surface. Instead, we represent the membrane as many small flat triangles, like a mesh.</a:t>
            </a:r>
            <a:endParaRPr b="0" lang="en-US" sz="16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600" strike="noStrike" u="none">
                <a:solidFill>
                  <a:srgbClr val="000000"/>
                </a:solidFill>
                <a:effectLst/>
                <a:uFillTx/>
                <a:latin typeface="Calibri"/>
              </a:rPr>
              <a:t>Because of this, we rewrite the Helfrich–Canham energy into a discrete form. In the discrete model, curvature is approximated by measuring the angles between neighboring triangles. If the membrane bends strongly, the angles change more, and the bending energy becomes larger.</a:t>
            </a:r>
            <a:endParaRPr b="0" lang="en-US" sz="16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600" strike="noStrike" u="none">
                <a:solidFill>
                  <a:srgbClr val="000000"/>
                </a:solidFill>
                <a:effectLst/>
                <a:uFillTx/>
                <a:latin typeface="Calibri"/>
              </a:rPr>
              <a:t> The theoretical model gives the correct physical description, and the discrete model allows us to compute the same bending energy in Monte Carlo simulations</a:t>
            </a:r>
            <a:endParaRPr b="0" lang="en-US" sz="16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en-US"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en-US" sz="1600" strike="noStrike" u="non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5" name="PlaceHolder 1"/>
          <p:cNvSpPr>
            <a:spLocks noGrp="1"/>
          </p:cNvSpPr>
          <p:nvPr>
            <p:ph type="sldImg"/>
          </p:nvPr>
        </p:nvSpPr>
        <p:spPr>
          <a:xfrm>
            <a:off x="533880" y="764280"/>
            <a:ext cx="6688080" cy="3755160"/>
          </a:xfrm>
          <a:prstGeom prst="rect">
            <a:avLst/>
          </a:prstGeom>
          <a:ln w="0">
            <a:noFill/>
          </a:ln>
        </p:spPr>
      </p:sp>
      <p:sp>
        <p:nvSpPr>
          <p:cNvPr id="636" name=""/>
          <p:cNvSpPr/>
          <p:nvPr/>
        </p:nvSpPr>
        <p:spPr>
          <a:xfrm>
            <a:off x="3307320" y="4974480"/>
            <a:ext cx="7417440" cy="603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600" strike="noStrike" u="none">
              <a:solidFill>
                <a:srgbClr val="000000"/>
              </a:solidFill>
              <a:effectLst/>
              <a:uFillTx/>
              <a:latin typeface="Arial"/>
            </a:endParaRPr>
          </a:p>
          <a:p>
            <a:pPr>
              <a:lnSpc>
                <a:spcPct val="100000"/>
              </a:lnSpc>
            </a:pPr>
            <a:endParaRPr b="0" lang="en-US" sz="1800" strike="noStrike" u="none">
              <a:solidFill>
                <a:srgbClr val="000000"/>
              </a:solidFill>
              <a:effectLst/>
              <a:uFillTx/>
              <a:latin typeface="Arial"/>
            </a:endParaRPr>
          </a:p>
        </p:txBody>
      </p:sp>
      <p:sp>
        <p:nvSpPr>
          <p:cNvPr id="637" name=""/>
          <p:cNvSpPr/>
          <p:nvPr/>
        </p:nvSpPr>
        <p:spPr>
          <a:xfrm>
            <a:off x="59760" y="4974480"/>
            <a:ext cx="7383600" cy="4201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ndParaRPr>
          </a:p>
        </p:txBody>
      </p:sp>
      <p:sp>
        <p:nvSpPr>
          <p:cNvPr id="638" name=""/>
          <p:cNvSpPr/>
          <p:nvPr/>
        </p:nvSpPr>
        <p:spPr>
          <a:xfrm>
            <a:off x="777600" y="4777560"/>
            <a:ext cx="6214680" cy="4523040"/>
          </a:xfrm>
          <a:prstGeom prst="rect">
            <a:avLst/>
          </a:prstGeom>
          <a:noFill/>
          <a:ln w="0">
            <a:noFill/>
          </a:ln>
        </p:spPr>
        <p:style>
          <a:lnRef idx="0"/>
          <a:fillRef idx="0"/>
          <a:effectRef idx="0"/>
          <a:fontRef idx="minor"/>
        </p:style>
        <p:txBody>
          <a:bodyPr lIns="0" rIns="0" tIns="0" bIns="0" anchor="t">
            <a:noAutofit/>
          </a:bodyPr>
          <a:p>
            <a:pPr>
              <a:lnSpc>
                <a:spcPct val="100000"/>
              </a:lnSpc>
            </a:pPr>
            <a:endParaRPr b="0" lang="en-US" sz="1400" strike="noStrike" u="none">
              <a:solidFill>
                <a:srgbClr val="000000"/>
              </a:solidFill>
              <a:effectLst/>
              <a:uFillTx/>
              <a:latin typeface="Calibri"/>
            </a:endParaRPr>
          </a:p>
        </p:txBody>
      </p:sp>
      <p:sp>
        <p:nvSpPr>
          <p:cNvPr id="639" name=""/>
          <p:cNvSpPr/>
          <p:nvPr/>
        </p:nvSpPr>
        <p:spPr>
          <a:xfrm>
            <a:off x="777600" y="4974480"/>
            <a:ext cx="6571440" cy="4145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400" strike="noStrike" u="none">
                <a:solidFill>
                  <a:srgbClr val="000000"/>
                </a:solidFill>
                <a:effectLst/>
                <a:uFillTx/>
                <a:latin typeface="Calibri"/>
              </a:rPr>
              <a:t>On this slide, I explain the Helfrich membrane model a little bit more. This is a standard physics model used to describe how a lipid membrane bends.</a:t>
            </a:r>
            <a:endParaRPr b="0" lang="en-US" sz="1400" strike="noStrike" u="none">
              <a:solidFill>
                <a:srgbClr val="000000"/>
              </a:solidFill>
              <a:effectLst/>
              <a:uFillTx/>
              <a:latin typeface="Arial"/>
            </a:endParaRPr>
          </a:p>
          <a:p>
            <a:pPr>
              <a:lnSpc>
                <a:spcPct val="100000"/>
              </a:lnSpc>
            </a:pPr>
            <a:endParaRPr b="0" lang="en-US" sz="1400" strike="noStrike" u="none">
              <a:solidFill>
                <a:srgbClr val="000000"/>
              </a:solidFill>
              <a:effectLst/>
              <a:uFillTx/>
              <a:latin typeface="Arial"/>
            </a:endParaRPr>
          </a:p>
          <a:p>
            <a:pPr>
              <a:lnSpc>
                <a:spcPct val="100000"/>
              </a:lnSpc>
            </a:pPr>
            <a:r>
              <a:rPr b="0" lang="en-US" sz="1400" strike="noStrike" u="none">
                <a:solidFill>
                  <a:srgbClr val="000000"/>
                </a:solidFill>
                <a:effectLst/>
                <a:uFillTx/>
                <a:latin typeface="Calibri"/>
              </a:rPr>
              <a:t>The main idea is that a membrane prefers to stay smooth, and bending it costs energy. The parameter κ is called the bending rigidity, and it measures how stiff the membrane is. If κ is large, the membrane is harder to bend.</a:t>
            </a:r>
            <a:endParaRPr b="0" lang="en-US" sz="1400" strike="noStrike" u="none">
              <a:solidFill>
                <a:srgbClr val="000000"/>
              </a:solidFill>
              <a:effectLst/>
              <a:uFillTx/>
              <a:latin typeface="Arial"/>
            </a:endParaRPr>
          </a:p>
          <a:p>
            <a:pPr>
              <a:lnSpc>
                <a:spcPct val="100000"/>
              </a:lnSpc>
            </a:pPr>
            <a:endParaRPr b="0" lang="en-US" sz="1400" strike="noStrike" u="none">
              <a:solidFill>
                <a:srgbClr val="000000"/>
              </a:solidFill>
              <a:effectLst/>
              <a:uFillTx/>
              <a:latin typeface="Arial"/>
            </a:endParaRPr>
          </a:p>
          <a:p>
            <a:pPr>
              <a:lnSpc>
                <a:spcPct val="100000"/>
              </a:lnSpc>
            </a:pPr>
            <a:r>
              <a:rPr b="0" lang="en-US" sz="1400" strike="noStrike" u="none">
                <a:solidFill>
                  <a:srgbClr val="000000"/>
                </a:solidFill>
                <a:effectLst/>
                <a:uFillTx/>
                <a:latin typeface="Calibri"/>
              </a:rPr>
              <a:t>The model also includes a preferred curvature, written as C₀. If C</a:t>
            </a:r>
            <a:r>
              <a:rPr b="0" lang="en-US" sz="1400" strike="noStrike" u="none" baseline="-8000">
                <a:solidFill>
                  <a:srgbClr val="000000"/>
                </a:solidFill>
                <a:effectLst/>
                <a:uFillTx/>
                <a:latin typeface="Calibri"/>
              </a:rPr>
              <a:t>0</a:t>
            </a:r>
            <a:r>
              <a:rPr b="0" lang="en-US" sz="1400" strike="noStrike" u="none">
                <a:solidFill>
                  <a:srgbClr val="000000"/>
                </a:solidFill>
                <a:effectLst/>
                <a:uFillTx/>
                <a:latin typeface="Calibri"/>
              </a:rPr>
              <a:t> is large, it means the membrane naturally prefers to bend strongly, even without external forces. When C</a:t>
            </a:r>
            <a:r>
              <a:rPr b="0" lang="en-US" sz="1400" strike="noStrike" u="none" baseline="-8000">
                <a:solidFill>
                  <a:srgbClr val="000000"/>
                </a:solidFill>
                <a:effectLst/>
                <a:uFillTx/>
                <a:latin typeface="Calibri"/>
              </a:rPr>
              <a:t>0</a:t>
            </a:r>
            <a:r>
              <a:rPr b="0" lang="en-US" sz="1400" strike="noStrike" u="none">
                <a:solidFill>
                  <a:srgbClr val="000000"/>
                </a:solidFill>
                <a:effectLst/>
                <a:uFillTx/>
                <a:latin typeface="Calibri"/>
              </a:rPr>
              <a:t>=0 the membrane prefers to stay flat or symmetric</a:t>
            </a:r>
            <a:endParaRPr b="0" lang="en-US" sz="1400" strike="noStrike" u="none">
              <a:solidFill>
                <a:srgbClr val="000000"/>
              </a:solidFill>
              <a:effectLst/>
              <a:uFillTx/>
              <a:latin typeface="Arial"/>
            </a:endParaRPr>
          </a:p>
          <a:p>
            <a:pPr>
              <a:lnSpc>
                <a:spcPct val="100000"/>
              </a:lnSpc>
            </a:pPr>
            <a:endParaRPr b="0" lang="en-US" sz="1400" strike="noStrike" u="none">
              <a:solidFill>
                <a:srgbClr val="000000"/>
              </a:solidFill>
              <a:effectLst/>
              <a:uFillTx/>
              <a:latin typeface="Arial"/>
            </a:endParaRPr>
          </a:p>
          <a:p>
            <a:pPr>
              <a:lnSpc>
                <a:spcPct val="100000"/>
              </a:lnSpc>
            </a:pPr>
            <a:r>
              <a:rPr b="0" lang="en-US" sz="1400" strike="noStrike" u="none">
                <a:solidFill>
                  <a:srgbClr val="000000"/>
                </a:solidFill>
                <a:effectLst/>
                <a:uFillTx/>
                <a:latin typeface="Calibri"/>
              </a:rPr>
              <a:t>We include constraints on the total surface area and enclosed volume. These are important because real membranes cannot stretch freely, and viruses also maintain a roughly fixed volume. These terms help us describe realistic virus shapes and internal pressure. </a:t>
            </a:r>
            <a:endParaRPr b="0" lang="en-US" sz="1400" strike="noStrike" u="none">
              <a:solidFill>
                <a:srgbClr val="000000"/>
              </a:solidFill>
              <a:effectLst/>
              <a:uFillTx/>
              <a:latin typeface="Arial"/>
            </a:endParaRPr>
          </a:p>
          <a:p>
            <a:pPr>
              <a:lnSpc>
                <a:spcPct val="100000"/>
              </a:lnSpc>
            </a:pPr>
            <a:endParaRPr b="0" lang="en-US" sz="1400" strike="noStrike" u="none">
              <a:solidFill>
                <a:srgbClr val="000000"/>
              </a:solidFill>
              <a:effectLst/>
              <a:uFillTx/>
              <a:latin typeface="Arial"/>
            </a:endParaRPr>
          </a:p>
          <a:p>
            <a:pPr>
              <a:lnSpc>
                <a:spcPct val="100000"/>
              </a:lnSpc>
            </a:pPr>
            <a:r>
              <a:rPr b="0" lang="en-US" sz="1400" strike="noStrike" u="none">
                <a:solidFill>
                  <a:srgbClr val="000000"/>
                </a:solidFill>
                <a:effectLst/>
                <a:uFillTx/>
                <a:latin typeface="Calibri"/>
              </a:rPr>
              <a:t>A and V are usually treated as constraints, meaning they are kept fixed (constant) in the model, but we can choose values depending on what virus size/shape we want to represent.</a:t>
            </a:r>
            <a:endParaRPr b="0" lang="en-US" sz="1400" strike="noStrike" u="non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0" name="PlaceHolder 1"/>
          <p:cNvSpPr>
            <a:spLocks noGrp="1"/>
          </p:cNvSpPr>
          <p:nvPr>
            <p:ph type="sldImg"/>
          </p:nvPr>
        </p:nvSpPr>
        <p:spPr>
          <a:xfrm>
            <a:off x="533880" y="764280"/>
            <a:ext cx="6688080" cy="3755160"/>
          </a:xfrm>
          <a:prstGeom prst="rect">
            <a:avLst/>
          </a:prstGeom>
          <a:ln w="0">
            <a:noFill/>
          </a:ln>
        </p:spPr>
      </p:sp>
      <p:sp>
        <p:nvSpPr>
          <p:cNvPr id="641" name=""/>
          <p:cNvSpPr/>
          <p:nvPr/>
        </p:nvSpPr>
        <p:spPr>
          <a:xfrm>
            <a:off x="0" y="4840200"/>
            <a:ext cx="7398360" cy="46573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500" strike="noStrike" u="none">
              <a:solidFill>
                <a:srgbClr val="000000"/>
              </a:solidFill>
              <a:effectLst/>
              <a:uFillTx/>
              <a:latin typeface="Calibri"/>
            </a:endParaRPr>
          </a:p>
        </p:txBody>
      </p:sp>
      <p:sp>
        <p:nvSpPr>
          <p:cNvPr id="642" name=""/>
          <p:cNvSpPr/>
          <p:nvPr/>
        </p:nvSpPr>
        <p:spPr>
          <a:xfrm>
            <a:off x="102240" y="4548960"/>
            <a:ext cx="7581960" cy="54475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ndParaRPr>
          </a:p>
        </p:txBody>
      </p:sp>
      <p:sp>
        <p:nvSpPr>
          <p:cNvPr id="643" name=""/>
          <p:cNvSpPr/>
          <p:nvPr/>
        </p:nvSpPr>
        <p:spPr>
          <a:xfrm>
            <a:off x="606240" y="4548960"/>
            <a:ext cx="6388200" cy="31993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200" strike="noStrike" u="none">
                <a:solidFill>
                  <a:srgbClr val="000000"/>
                </a:solidFill>
                <a:effectLst/>
                <a:uFillTx/>
                <a:latin typeface="Calibri"/>
              </a:rPr>
              <a:t>On this slide, I explain the discrete membrane model that we actually use in the simulation.</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a:lnSpc>
                <a:spcPct val="100000"/>
              </a:lnSpc>
            </a:pPr>
            <a:r>
              <a:rPr b="0" lang="en-US" sz="1200" strike="noStrike" u="none">
                <a:solidFill>
                  <a:srgbClr val="000000"/>
                </a:solidFill>
                <a:effectLst/>
                <a:uFillTx/>
                <a:latin typeface="Calibri"/>
              </a:rPr>
              <a:t>We build the membrane using many small flat triangles, like a mesh. When these triangles connect together, the membrane can bend.</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a:lnSpc>
                <a:spcPct val="100000"/>
              </a:lnSpc>
            </a:pPr>
            <a:r>
              <a:rPr b="0" lang="en-US" sz="1200" strike="noStrike" u="none">
                <a:solidFill>
                  <a:srgbClr val="000000"/>
                </a:solidFill>
                <a:effectLst/>
                <a:uFillTx/>
                <a:latin typeface="Calibri"/>
              </a:rPr>
              <a:t>In this discrete model, bending is measured by the angle between two neighboring triangles. This angle is called the dihedral angle, θ. If the surface is almost flat, the triangles are aligned and the bending energy is small. If the membrane bending is strong, the triangles turn relative to each other, the angle changes more, and the bending energy becomes larger.</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a:lnSpc>
                <a:spcPct val="100000"/>
              </a:lnSpc>
            </a:pPr>
            <a:r>
              <a:rPr b="0" lang="en-US" sz="1200" strike="noStrike" u="none">
                <a:solidFill>
                  <a:srgbClr val="000000"/>
                </a:solidFill>
                <a:effectLst/>
                <a:uFillTx/>
                <a:latin typeface="Calibri"/>
              </a:rPr>
              <a:t>We also include constraints on surface area and volume so the membrane does not stretch too much and the virus keeps a realistic size.</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a:lnSpc>
                <a:spcPct val="100000"/>
              </a:lnSpc>
            </a:pPr>
            <a:r>
              <a:rPr b="0" lang="en-US" sz="1200" strike="noStrike" u="none">
                <a:solidFill>
                  <a:srgbClr val="000000"/>
                </a:solidFill>
                <a:effectLst/>
                <a:uFillTx/>
                <a:latin typeface="Calibri"/>
              </a:rPr>
              <a:t>In the simulation we usually try to keep area and volume close to constant. This discrete model is based on Helfrich theory, and it allows us to calculate membrane bending energy step by step in Monte Carlo. </a:t>
            </a:r>
            <a:endParaRPr b="0" lang="en-US" sz="1200" strike="noStrike" u="none">
              <a:solidFill>
                <a:srgbClr val="000000"/>
              </a:solidFill>
              <a:effectLst/>
              <a:uFillTx/>
              <a:latin typeface="Arial"/>
            </a:endParaRPr>
          </a:p>
          <a:p>
            <a:pPr>
              <a:lnSpc>
                <a:spcPct val="100000"/>
              </a:lnSpc>
              <a:spcBef>
                <a:spcPts val="1191"/>
              </a:spcBef>
              <a:spcAft>
                <a:spcPts val="992"/>
              </a:spcAft>
            </a:pPr>
            <a:endParaRPr b="0" lang="en-US" sz="1200" strike="noStrike" u="non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4" name="PlaceHolder 1"/>
          <p:cNvSpPr>
            <a:spLocks noGrp="1"/>
          </p:cNvSpPr>
          <p:nvPr>
            <p:ph type="sldImg"/>
          </p:nvPr>
        </p:nvSpPr>
        <p:spPr>
          <a:xfrm>
            <a:off x="533880" y="764280"/>
            <a:ext cx="6687720" cy="3754800"/>
          </a:xfrm>
          <a:prstGeom prst="rect">
            <a:avLst/>
          </a:prstGeom>
          <a:ln w="0">
            <a:noFill/>
          </a:ln>
        </p:spPr>
      </p:sp>
      <p:sp>
        <p:nvSpPr>
          <p:cNvPr id="645" name=""/>
          <p:cNvSpPr/>
          <p:nvPr/>
        </p:nvSpPr>
        <p:spPr>
          <a:xfrm>
            <a:off x="95400" y="5074200"/>
            <a:ext cx="7528320" cy="39301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800" strike="noStrike" u="none">
                <a:solidFill>
                  <a:srgbClr val="000000"/>
                </a:solidFill>
                <a:effectLst/>
                <a:uFillTx/>
                <a:latin typeface="Calibri"/>
              </a:rPr>
              <a:t>A simple liquid model means we treat everything inside the virus as simple particles, like beads. We do not include detailed chemistry. Instead, we keep only the most important physical interactions.</a:t>
            </a:r>
            <a:endParaRPr b="0" lang="en-US" sz="1800" strike="noStrike" u="none">
              <a:solidFill>
                <a:srgbClr val="000000"/>
              </a:solidFill>
              <a:effectLst/>
              <a:uFillTx/>
              <a:latin typeface="Arial"/>
            </a:endParaRPr>
          </a:p>
          <a:p>
            <a:pPr>
              <a:lnSpc>
                <a:spcPct val="100000"/>
              </a:lnSpc>
            </a:pPr>
            <a:r>
              <a:rPr b="0" lang="en-US" sz="1800" strike="noStrike" u="none">
                <a:solidFill>
                  <a:srgbClr val="000000"/>
                </a:solidFill>
                <a:effectLst/>
                <a:uFillTx/>
                <a:latin typeface="Calibri"/>
              </a:rPr>
              <a:t>The equation shows that the total energy is the sum of different contributions. The first term is the membrane bending energy. The other terms represent interactions between different components, such as genome–genome, genome–membrane, genome–crowders, and crowder–crowder interactions.</a:t>
            </a:r>
            <a:endParaRPr b="0" lang="en-US" sz="1800" strike="noStrike" u="none">
              <a:solidFill>
                <a:srgbClr val="000000"/>
              </a:solidFill>
              <a:effectLst/>
              <a:uFillTx/>
              <a:latin typeface="Arial"/>
            </a:endParaRPr>
          </a:p>
          <a:p>
            <a:pPr>
              <a:lnSpc>
                <a:spcPct val="100000"/>
              </a:lnSpc>
            </a:pPr>
            <a:r>
              <a:rPr b="0" lang="en-US" sz="1800" strike="noStrike" u="none">
                <a:solidFill>
                  <a:srgbClr val="000000"/>
                </a:solidFill>
                <a:effectLst/>
                <a:uFillTx/>
                <a:latin typeface="Calibri"/>
              </a:rPr>
              <a:t>In this model, we mainly include attraction, which allows particles to weakly stick together when they are close.</a:t>
            </a:r>
            <a:endParaRPr b="0" lang="en-US" sz="1800" strike="noStrike" u="none">
              <a:solidFill>
                <a:srgbClr val="000000"/>
              </a:solidFill>
              <a:effectLst/>
              <a:uFillTx/>
              <a:latin typeface="Arial"/>
            </a:endParaRPr>
          </a:p>
          <a:p>
            <a:pPr>
              <a:lnSpc>
                <a:spcPct val="100000"/>
              </a:lnSpc>
            </a:pPr>
            <a:r>
              <a:rPr b="0" lang="en-US" sz="1800" strike="noStrike" u="none">
                <a:solidFill>
                  <a:srgbClr val="000000"/>
                </a:solidFill>
                <a:effectLst/>
                <a:uFillTx/>
                <a:latin typeface="Calibri"/>
              </a:rPr>
              <a:t>Even though the model is simple, it is useful because the virus interior is extremely crowded. In a crowded system, these basic forces can already explain important behavior, such as internal pressure, genome packing, and membrane deformation.</a:t>
            </a:r>
            <a:endParaRPr b="0" lang="en-US" sz="1800" strike="noStrike" u="none">
              <a:solidFill>
                <a:srgbClr val="000000"/>
              </a:solidFill>
              <a:effectLst/>
              <a:uFillTx/>
              <a:latin typeface="Arial"/>
            </a:endParaRPr>
          </a:p>
          <a:p>
            <a:pPr>
              <a:lnSpc>
                <a:spcPct val="100000"/>
              </a:lnSpc>
            </a:pPr>
            <a:endParaRPr b="0" lang="en-US" sz="1800" strike="noStrike" u="none">
              <a:solidFill>
                <a:srgbClr val="000000"/>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6" name="PlaceHolder 1"/>
          <p:cNvSpPr>
            <a:spLocks noGrp="1"/>
          </p:cNvSpPr>
          <p:nvPr>
            <p:ph type="sldImg"/>
          </p:nvPr>
        </p:nvSpPr>
        <p:spPr>
          <a:xfrm>
            <a:off x="533880" y="764280"/>
            <a:ext cx="6685560" cy="3752640"/>
          </a:xfrm>
          <a:prstGeom prst="rect">
            <a:avLst/>
          </a:prstGeom>
          <a:ln w="0">
            <a:noFill/>
          </a:ln>
        </p:spPr>
      </p:sp>
      <p:sp>
        <p:nvSpPr>
          <p:cNvPr id="647" name=""/>
          <p:cNvSpPr/>
          <p:nvPr/>
        </p:nvSpPr>
        <p:spPr>
          <a:xfrm>
            <a:off x="568440" y="5037840"/>
            <a:ext cx="6508440" cy="34106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ndParaRPr>
          </a:p>
        </p:txBody>
      </p:sp>
      <p:sp>
        <p:nvSpPr>
          <p:cNvPr id="648" name=""/>
          <p:cNvSpPr/>
          <p:nvPr/>
        </p:nvSpPr>
        <p:spPr>
          <a:xfrm>
            <a:off x="568440" y="4900320"/>
            <a:ext cx="7037640" cy="36522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ndParaRPr>
          </a:p>
        </p:txBody>
      </p:sp>
      <p:sp>
        <p:nvSpPr>
          <p:cNvPr id="649" name=""/>
          <p:cNvSpPr/>
          <p:nvPr/>
        </p:nvSpPr>
        <p:spPr>
          <a:xfrm>
            <a:off x="631080" y="5048280"/>
            <a:ext cx="6744240" cy="3014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trike="noStrike" u="none">
                <a:solidFill>
                  <a:srgbClr val="000000"/>
                </a:solidFill>
                <a:effectLst/>
                <a:uFillTx/>
                <a:latin typeface="Calibri"/>
              </a:rPr>
              <a:t>On this slide, I show the Metropolis acceptance rules used in Monte Carlo simulations for two different simulation conditions.</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Calibri"/>
              </a:rPr>
              <a:t>In the NVT condition, number of particles, volume, and the temperature are fixed. So a trial move is accepted based only on the energy change, ΔE. If the move lowers the energy, it is accepted. If energy increased, it may still be accepted with a probability that depends on exp(−ΔE / kBT).</a:t>
            </a:r>
            <a:endParaRPr b="0" lang="en-US" sz="1600" strike="noStrike" u="none">
              <a:solidFill>
                <a:srgbClr val="000000"/>
              </a:solidFill>
              <a:effectLst/>
              <a:uFillTx/>
              <a:latin typeface="Arial"/>
            </a:endParaRPr>
          </a:p>
          <a:p>
            <a:pPr>
              <a:lnSpc>
                <a:spcPct val="100000"/>
              </a:lnSpc>
            </a:pP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Calibri"/>
              </a:rPr>
              <a:t>In NPT condition, number of particles, pressure and temperature are fixed, but volume can change. So the acceptance rule includes extra terms, including the pΔV work term and the logarithm term −Nk</a:t>
            </a:r>
            <a:r>
              <a:rPr b="0" lang="en-US" sz="1600" strike="noStrike" u="none" baseline="-8000">
                <a:solidFill>
                  <a:srgbClr val="000000"/>
                </a:solidFill>
                <a:effectLst/>
                <a:uFillTx/>
                <a:latin typeface="Calibri"/>
              </a:rPr>
              <a:t>B</a:t>
            </a:r>
            <a:r>
              <a:rPr b="0" lang="en-US" sz="1600" strike="noStrike" u="none">
                <a:solidFill>
                  <a:srgbClr val="000000"/>
                </a:solidFill>
                <a:effectLst/>
                <a:uFillTx/>
                <a:latin typeface="Calibri"/>
              </a:rPr>
              <a:t>Tln⁡(Vnew/Vold). </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Calibri"/>
              </a:rPr>
              <a:t>This allows the simulation box size to fluctuate so the system can equilibrate at the desired pressure.</a:t>
            </a:r>
            <a:endParaRPr b="0" lang="en-US" sz="1600" strike="noStrike" u="none">
              <a:solidFill>
                <a:srgbClr val="000000"/>
              </a:solidFill>
              <a:effectLst/>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0" name="PlaceHolder 1"/>
          <p:cNvSpPr>
            <a:spLocks noGrp="1"/>
          </p:cNvSpPr>
          <p:nvPr>
            <p:ph type="sldImg"/>
          </p:nvPr>
        </p:nvSpPr>
        <p:spPr>
          <a:xfrm>
            <a:off x="533880" y="764280"/>
            <a:ext cx="6696720" cy="3763800"/>
          </a:xfrm>
          <a:prstGeom prst="rect">
            <a:avLst/>
          </a:prstGeom>
          <a:ln w="0">
            <a:noFill/>
          </a:ln>
        </p:spPr>
      </p:sp>
      <p:sp>
        <p:nvSpPr>
          <p:cNvPr id="651" name="PlaceHolder 2"/>
          <p:cNvSpPr>
            <a:spLocks noGrp="1"/>
          </p:cNvSpPr>
          <p:nvPr>
            <p:ph type="body"/>
          </p:nvPr>
        </p:nvSpPr>
        <p:spPr>
          <a:xfrm>
            <a:off x="617040" y="4777560"/>
            <a:ext cx="6358320" cy="4332240"/>
          </a:xfrm>
          <a:prstGeom prst="rect">
            <a:avLst/>
          </a:prstGeom>
          <a:noFill/>
          <a:ln w="0">
            <a:noFill/>
          </a:ln>
        </p:spPr>
        <p:txBody>
          <a:bodyPr lIns="0" rIns="0" tIns="0" bIns="0" anchor="t">
            <a:noAutofit/>
          </a:bodyPr>
          <a:p>
            <a:pPr indent="0">
              <a:lnSpc>
                <a:spcPct val="100000"/>
              </a:lnSpc>
              <a:buNone/>
              <a:tabLst>
                <a:tab algn="l" pos="0"/>
              </a:tabLst>
            </a:pPr>
            <a:r>
              <a:rPr b="0" lang="en-US" sz="1600" strike="noStrike" u="none">
                <a:solidFill>
                  <a:srgbClr val="000000"/>
                </a:solidFill>
                <a:effectLst/>
                <a:uFillTx/>
                <a:latin typeface="Calibri"/>
                <a:ea typeface="DejaVu Sans"/>
              </a:rPr>
              <a:t>For Hypothesis 1, we believe that the shape of a virus is mainly controlled by how the genome is packed inside the membrane. Viral genomes are extremely long, but the virus is very small, so the genome must be squeezed into a tight space. This makes the inside of the virus very crowded.</a:t>
            </a:r>
            <a:endParaRPr b="0" lang="en-US" sz="16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600" strike="noStrike" u="none">
                <a:solidFill>
                  <a:srgbClr val="000000"/>
                </a:solidFill>
                <a:effectLst/>
                <a:uFillTx/>
                <a:latin typeface="Calibri"/>
                <a:ea typeface="DejaVu Sans"/>
              </a:rPr>
              <a:t>When the genome is crowded, it creates strong forces and internal pressure. The genome can also interact with other materials inside the virus, such as proteins or other particles, and these interactions can change how tightly the genome is packed. In addition, the genome may push on the membrane or bind to it.</a:t>
            </a:r>
            <a:endParaRPr b="0" lang="en-US" sz="16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600" strike="noStrike" u="none">
                <a:solidFill>
                  <a:srgbClr val="000000"/>
                </a:solidFill>
                <a:effectLst/>
                <a:uFillTx/>
                <a:latin typeface="Calibri"/>
                <a:ea typeface="DejaVu Sans"/>
              </a:rPr>
              <a:t>Because of these forces, the viral membrane may bend or deform. So the final virus shape depends on a balance between the internal pressure from genome packing and the membrane stiffness. This means the genome structure and the membrane shape can influence each other, leading to different virus shapes.</a:t>
            </a:r>
            <a:endParaRPr b="0" lang="en-US" sz="1600" strike="noStrike" u="none">
              <a:solidFill>
                <a:srgbClr val="000000"/>
              </a:solidFill>
              <a:effectLst/>
              <a:uFillTx/>
              <a:latin typeface="Arial"/>
            </a:endParaRPr>
          </a:p>
          <a:p>
            <a:pPr indent="0">
              <a:lnSpc>
                <a:spcPct val="100000"/>
              </a:lnSpc>
              <a:buNone/>
              <a:tabLst>
                <a:tab algn="l" pos="0"/>
              </a:tabLst>
            </a:pPr>
            <a:endParaRPr b="0" lang="en-US" sz="1800" strike="noStrike" u="none">
              <a:solidFill>
                <a:srgbClr val="000000"/>
              </a:solidFill>
              <a:effectLst/>
              <a:uFillTx/>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2" name="PlaceHolder 1"/>
          <p:cNvSpPr>
            <a:spLocks noGrp="1"/>
          </p:cNvSpPr>
          <p:nvPr>
            <p:ph type="sldImg"/>
          </p:nvPr>
        </p:nvSpPr>
        <p:spPr>
          <a:xfrm>
            <a:off x="533880" y="764280"/>
            <a:ext cx="6696720" cy="3763800"/>
          </a:xfrm>
          <a:prstGeom prst="rect">
            <a:avLst/>
          </a:prstGeom>
          <a:ln w="0">
            <a:noFill/>
          </a:ln>
        </p:spPr>
      </p:sp>
      <p:sp>
        <p:nvSpPr>
          <p:cNvPr id="653" name="PlaceHolder 2"/>
          <p:cNvSpPr>
            <a:spLocks noGrp="1"/>
          </p:cNvSpPr>
          <p:nvPr>
            <p:ph type="body"/>
          </p:nvPr>
        </p:nvSpPr>
        <p:spPr>
          <a:xfrm>
            <a:off x="700200" y="4777560"/>
            <a:ext cx="6401160" cy="3311640"/>
          </a:xfrm>
          <a:prstGeom prst="rect">
            <a:avLst/>
          </a:prstGeom>
          <a:noFill/>
          <a:ln w="0">
            <a:noFill/>
          </a:ln>
        </p:spPr>
        <p:txBody>
          <a:bodyPr lIns="0" rIns="0" tIns="0" bIns="0" anchor="t">
            <a:noAutofit/>
          </a:bodyPr>
          <a:p>
            <a:pPr indent="0">
              <a:lnSpc>
                <a:spcPct val="100000"/>
              </a:lnSpc>
              <a:buNone/>
              <a:tabLst>
                <a:tab algn="l" pos="0"/>
              </a:tabLst>
            </a:pPr>
            <a:r>
              <a:rPr b="0" lang="en-US" sz="1600" strike="noStrike" u="none">
                <a:solidFill>
                  <a:srgbClr val="000000"/>
                </a:solidFill>
                <a:effectLst/>
                <a:uFillTx/>
                <a:latin typeface="Calibri"/>
                <a:ea typeface="DejaVu Sans"/>
              </a:rPr>
              <a:t>For Hypothesis 2, we propose that virus shape changes during maturation because the genome becomes more condensed and more organized. In the early stage, the genome may be loosely packed, but during maturation it can condense into a denser structure. This increased condensation makes the viral interior more crowded and raises the internal pressure. The higher pressure can push outward on membrane and drive membrane deformation. As a result, the virus may transition from a spherical shape to a more elongated or oval shape, which is consistent with experimental observations in viruses such as Monkeypox.</a:t>
            </a:r>
            <a:endParaRPr b="0" lang="en-US" sz="1600" strike="noStrike" u="none">
              <a:solidFill>
                <a:srgbClr val="000000"/>
              </a:solidFill>
              <a:effectLst/>
              <a:uFillTx/>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4" name="PlaceHolder 1"/>
          <p:cNvSpPr>
            <a:spLocks noGrp="1"/>
          </p:cNvSpPr>
          <p:nvPr>
            <p:ph type="sldImg"/>
          </p:nvPr>
        </p:nvSpPr>
        <p:spPr>
          <a:xfrm>
            <a:off x="533880" y="764280"/>
            <a:ext cx="6697080" cy="3764160"/>
          </a:xfrm>
          <a:prstGeom prst="rect">
            <a:avLst/>
          </a:prstGeom>
          <a:ln w="0">
            <a:noFill/>
          </a:ln>
        </p:spPr>
      </p:sp>
      <p:sp>
        <p:nvSpPr>
          <p:cNvPr id="655" name="PlaceHolder 2"/>
          <p:cNvSpPr>
            <a:spLocks noGrp="1"/>
          </p:cNvSpPr>
          <p:nvPr>
            <p:ph type="body"/>
          </p:nvPr>
        </p:nvSpPr>
        <p:spPr>
          <a:xfrm>
            <a:off x="401760" y="4777560"/>
            <a:ext cx="6745680" cy="4518720"/>
          </a:xfrm>
          <a:prstGeom prst="rect">
            <a:avLst/>
          </a:prstGeom>
          <a:noFill/>
          <a:ln w="0">
            <a:noFill/>
          </a:ln>
        </p:spPr>
        <p:txBody>
          <a:bodyPr lIns="0" rIns="0" tIns="0" bIns="0" anchor="t">
            <a:noAutofit/>
          </a:bodyPr>
          <a:p>
            <a:pPr indent="0">
              <a:lnSpc>
                <a:spcPct val="100000"/>
              </a:lnSpc>
              <a:buNone/>
              <a:tabLst>
                <a:tab algn="l" pos="0"/>
              </a:tabLst>
            </a:pPr>
            <a:r>
              <a:rPr b="0" lang="en-US" sz="1600" strike="noStrike" u="none">
                <a:solidFill>
                  <a:srgbClr val="000000"/>
                </a:solidFill>
                <a:effectLst/>
                <a:uFillTx/>
                <a:latin typeface="Calibri"/>
              </a:rPr>
              <a:t>This slide shows how we build the simulation code and generate the initial configuration. First, we define a cubic simulation box with side length L, centered at the origin. This box represents the membrane boundary that confines all particles.</a:t>
            </a: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rPr>
              <a:t>Then the program places the genome model, which is shown as the orange rod, and also places the internal particles, shown as green beads. Their positions are generated randomly by computer.</a:t>
            </a: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rPr>
              <a:t>However, the particles cannot be placed anywhere freely. Every time a new particle is added, the code checks two conditions. First, the particle must stay completely inside the box, meaning its center cannot be too close to the walls. Second, it cannot overlap with any particle that is already placed.</a:t>
            </a: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rPr>
              <a:t>If either condition fails, the program rejects that trial position and tries a new random location. This loop continues until all particles are successfully placed. After initialization, the particle coordinates are saved in output file, which becomes the starting point for Monte Carlo simulation.</a:t>
            </a:r>
            <a:endParaRPr b="0" lang="en-US" sz="1600" strike="noStrike" u="none">
              <a:solidFill>
                <a:srgbClr val="000000"/>
              </a:solidFill>
              <a:effectLst/>
              <a:uFillTx/>
              <a:latin typeface="Arial"/>
            </a:endParaRPr>
          </a:p>
          <a:p>
            <a:pPr indent="0">
              <a:lnSpc>
                <a:spcPct val="100000"/>
              </a:lnSpc>
              <a:buNone/>
              <a:tabLst>
                <a:tab algn="l" pos="0"/>
              </a:tabLst>
            </a:pPr>
            <a:endParaRPr b="0" lang="en-US" sz="1000" strike="noStrike" u="none">
              <a:solidFill>
                <a:srgbClr val="000000"/>
              </a:solidFill>
              <a:effectLst/>
              <a:uFillTx/>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6" name="PlaceHolder 1"/>
          <p:cNvSpPr>
            <a:spLocks noGrp="1"/>
          </p:cNvSpPr>
          <p:nvPr>
            <p:ph type="sldImg"/>
          </p:nvPr>
        </p:nvSpPr>
        <p:spPr>
          <a:xfrm>
            <a:off x="533880" y="764280"/>
            <a:ext cx="6697080" cy="3764160"/>
          </a:xfrm>
          <a:prstGeom prst="rect">
            <a:avLst/>
          </a:prstGeom>
          <a:ln w="0">
            <a:noFill/>
          </a:ln>
        </p:spPr>
      </p:sp>
      <p:sp>
        <p:nvSpPr>
          <p:cNvPr id="657" name=""/>
          <p:cNvSpPr/>
          <p:nvPr/>
        </p:nvSpPr>
        <p:spPr>
          <a:xfrm>
            <a:off x="551160" y="4845600"/>
            <a:ext cx="6516000" cy="45100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trike="noStrike" u="none">
                <a:solidFill>
                  <a:srgbClr val="000000"/>
                </a:solidFill>
                <a:effectLst/>
                <a:uFillTx/>
                <a:latin typeface="Calibri"/>
              </a:rPr>
              <a:t>After the initial setup, we run the simulation in NVT condition.</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Calibri"/>
              </a:rPr>
              <a:t>First, the program reads all input parameters, such as the box size, number of particles.Then it reads the initial particle coordinates from the POS file and checks the configuration, make sure particles do not overlap and all particles stay inside the box.</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Calibri"/>
              </a:rPr>
              <a:t>Next, we define simulation constants, such as the attraction strength, step size for particle displacement, and the total number of Monte Carlo steps.</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Calibri"/>
              </a:rPr>
              <a:t>Then the main Monte Carlo loop begins. In each step, we randomly select a particle and move slightly. The move is accepted or rejected using the Metropolis rule based on the energy change.</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Calibri"/>
              </a:rPr>
              <a:t>During the simulation, the code also measures structural properties, such as particle density and radial distribution function g(r). Finally, the results are written to output files, including POS.txt and GR.txt.</a:t>
            </a:r>
            <a:endParaRPr b="0" lang="en-US" sz="1600" strike="noStrike" u="none">
              <a:solidFill>
                <a:srgbClr val="000000"/>
              </a:solidFill>
              <a:effectLst/>
              <a:uFillTx/>
              <a:latin typeface="Arial"/>
            </a:endParaRPr>
          </a:p>
          <a:p>
            <a:pPr>
              <a:lnSpc>
                <a:spcPct val="100000"/>
              </a:lnSpc>
              <a:spcBef>
                <a:spcPts val="1191"/>
              </a:spcBef>
              <a:spcAft>
                <a:spcPts val="992"/>
              </a:spcAft>
            </a:pPr>
            <a:r>
              <a:rPr b="0" lang="en-US" sz="1600" strike="noStrike" u="none">
                <a:solidFill>
                  <a:srgbClr val="000000"/>
                </a:solidFill>
                <a:effectLst/>
                <a:uFillTx/>
                <a:latin typeface="Calibri"/>
              </a:rPr>
              <a:t>We use the function g(r)to describe how particles are spaced inside the box. we can see whether particles are randomly spread out or stay close together and form clusters. We also see how the beads and the rod are distributed.</a:t>
            </a:r>
            <a:endParaRPr b="0" lang="en-US" sz="1600" strike="noStrike" u="none">
              <a:solidFill>
                <a:srgbClr val="000000"/>
              </a:solidFill>
              <a:effectLst/>
              <a:uFillTx/>
              <a:latin typeface="Arial"/>
            </a:endParaRPr>
          </a:p>
          <a:p>
            <a:pPr>
              <a:lnSpc>
                <a:spcPct val="100000"/>
              </a:lnSpc>
              <a:spcBef>
                <a:spcPts val="1191"/>
              </a:spcBef>
              <a:spcAft>
                <a:spcPts val="992"/>
              </a:spcAft>
            </a:pPr>
            <a:endParaRPr b="0" lang="en-US" sz="1600" strike="noStrike" u="none">
              <a:solidFill>
                <a:srgbClr val="000000"/>
              </a:solidFill>
              <a:effectLst/>
              <a:uFillTx/>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8" name="PlaceHolder 1"/>
          <p:cNvSpPr>
            <a:spLocks noGrp="1"/>
          </p:cNvSpPr>
          <p:nvPr>
            <p:ph type="sldImg"/>
          </p:nvPr>
        </p:nvSpPr>
        <p:spPr>
          <a:xfrm>
            <a:off x="533880" y="764280"/>
            <a:ext cx="6697080" cy="3764160"/>
          </a:xfrm>
          <a:prstGeom prst="rect">
            <a:avLst/>
          </a:prstGeom>
          <a:ln w="0">
            <a:noFill/>
          </a:ln>
        </p:spPr>
      </p:sp>
      <p:sp>
        <p:nvSpPr>
          <p:cNvPr id="659" name=""/>
          <p:cNvSpPr/>
          <p:nvPr/>
        </p:nvSpPr>
        <p:spPr>
          <a:xfrm>
            <a:off x="573840" y="4703040"/>
            <a:ext cx="6539040" cy="36558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200" strike="noStrike" u="none">
                <a:solidFill>
                  <a:srgbClr val="000000"/>
                </a:solidFill>
                <a:effectLst/>
                <a:uFillTx/>
                <a:latin typeface="Calibri"/>
              </a:rPr>
              <a:t>This slide shows the overall structure of our Monte Carlo simulation code in the NPT condition. In NPT, number of particles, pressure and temperature are fixed, but the simulation box size is allowed to change. Changing the box size is like allowing the membrane to expand or shrink.</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a:lnSpc>
                <a:spcPct val="100000"/>
              </a:lnSpc>
            </a:pPr>
            <a:r>
              <a:rPr b="0" lang="en-US" sz="1200" strike="noStrike" u="none">
                <a:solidFill>
                  <a:srgbClr val="000000"/>
                </a:solidFill>
                <a:effectLst/>
                <a:uFillTx/>
                <a:latin typeface="Calibri"/>
              </a:rPr>
              <a:t>First, the program reads the input parameters, such as the number of particles, the initial box size, the target pressure, and the interaction strengths. Then it reads the initial particle positions from POS.txt and checks that all particles are valid. This means particles must stay inside the box and cannot overlap.</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a:lnSpc>
                <a:spcPct val="100000"/>
              </a:lnSpc>
            </a:pPr>
            <a:r>
              <a:rPr b="0" lang="en-US" sz="1200" strike="noStrike" u="none">
                <a:solidFill>
                  <a:srgbClr val="000000"/>
                </a:solidFill>
                <a:effectLst/>
                <a:uFillTx/>
                <a:latin typeface="Calibri"/>
              </a:rPr>
              <a:t>Next, the code enters the main Monte Carlo loop. In each step, we attempt one of two types of moves. Most of the time, we perform a particle move, where one bead is moved slightly. Sometimes, we perform a membrane move, also called a volume move, where the box size changes.</a:t>
            </a:r>
            <a:endParaRPr b="0" lang="en-US" sz="1200" strike="noStrike" u="none">
              <a:solidFill>
                <a:srgbClr val="000000"/>
              </a:solidFill>
              <a:effectLst/>
              <a:uFillTx/>
              <a:latin typeface="Arial"/>
            </a:endParaRPr>
          </a:p>
          <a:p>
            <a:pPr>
              <a:lnSpc>
                <a:spcPct val="100000"/>
              </a:lnSpc>
            </a:pPr>
            <a:r>
              <a:rPr b="0" lang="en-US" sz="1200" strike="noStrike" u="none">
                <a:solidFill>
                  <a:srgbClr val="000000"/>
                </a:solidFill>
                <a:effectLst/>
                <a:uFillTx/>
                <a:latin typeface="Calibri"/>
              </a:rPr>
              <a:t>We control the ratio between particle moves and membrane moves. If we perform too many membrane moves, the simulation becomes unstable. If we perform too few volume moves, the pressure cannot equilibrate. Here it is about 55% particle moves, and 45% are membrane moves.</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a:lnSpc>
                <a:spcPct val="100000"/>
              </a:lnSpc>
            </a:pPr>
            <a:r>
              <a:rPr b="0" lang="en-US" sz="1200" strike="noStrike" u="none">
                <a:solidFill>
                  <a:srgbClr val="000000"/>
                </a:solidFill>
                <a:effectLst/>
                <a:uFillTx/>
                <a:latin typeface="Calibri"/>
              </a:rPr>
              <a:t>Finally, the program calculates properties such as particle density and g(r)g(r)g(r), and saves the results into output files like POS.txt and GR.txt</a:t>
            </a:r>
            <a:endParaRPr b="0" lang="en-US" sz="1200" strike="noStrike" u="none">
              <a:solidFill>
                <a:srgbClr val="000000"/>
              </a:solidFill>
              <a:effectLst/>
              <a:uFillTx/>
              <a:latin typeface="Arial"/>
            </a:endParaRPr>
          </a:p>
          <a:p>
            <a:pPr>
              <a:lnSpc>
                <a:spcPct val="100000"/>
              </a:lnSpc>
            </a:pPr>
            <a:endParaRPr b="0" lang="en-US" sz="1800" strike="noStrike" u="none">
              <a:solidFill>
                <a:srgbClr val="000000"/>
              </a:solidFill>
              <a:effectLst/>
              <a:uFillTx/>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0" name="PlaceHolder 1"/>
          <p:cNvSpPr>
            <a:spLocks noGrp="1"/>
          </p:cNvSpPr>
          <p:nvPr>
            <p:ph type="sldImg"/>
          </p:nvPr>
        </p:nvSpPr>
        <p:spPr>
          <a:xfrm>
            <a:off x="533880" y="764280"/>
            <a:ext cx="6700680" cy="3767760"/>
          </a:xfrm>
          <a:prstGeom prst="rect">
            <a:avLst/>
          </a:prstGeom>
          <a:ln w="0">
            <a:noFill/>
          </a:ln>
        </p:spPr>
      </p:sp>
      <p:sp>
        <p:nvSpPr>
          <p:cNvPr id="661" name="PlaceHolder 2"/>
          <p:cNvSpPr>
            <a:spLocks noGrp="1"/>
          </p:cNvSpPr>
          <p:nvPr>
            <p:ph type="body"/>
          </p:nvPr>
        </p:nvSpPr>
        <p:spPr>
          <a:xfrm>
            <a:off x="585360" y="4670280"/>
            <a:ext cx="6321240" cy="447804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en-US" sz="1300" strike="noStrike" u="none">
                <a:solidFill>
                  <a:srgbClr val="000000"/>
                </a:solidFill>
                <a:effectLst/>
                <a:uFillTx/>
                <a:latin typeface="Calibri"/>
              </a:rPr>
              <a:t>This slide shows a simple idea of how the shape of a virus can be influenced by the geometry of genome.</a:t>
            </a:r>
            <a:endParaRPr b="0" lang="en-US" sz="13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300" strike="noStrike" u="none">
                <a:solidFill>
                  <a:srgbClr val="000000"/>
                </a:solidFill>
                <a:effectLst/>
                <a:uFillTx/>
                <a:latin typeface="Calibri"/>
              </a:rPr>
              <a:t>On the left side, I show a preliminary 2D model. The red boundary represents the virus membrane, and the blue structure represents the genome. When the genome is rod-like and elongated, it naturally pushes the membrane into an elliptical shape. When the genome is circular, the membrane remains round. We can already see that genome geometry can strongly affect virus morphology.</a:t>
            </a:r>
            <a:endParaRPr b="0" lang="en-US" sz="13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300" strike="noStrike" u="none">
                <a:solidFill>
                  <a:srgbClr val="000000"/>
                </a:solidFill>
                <a:effectLst/>
                <a:uFillTx/>
                <a:latin typeface="Calibri"/>
              </a:rPr>
              <a:t>On the right side, I show a 3D simulation using a coarse-grained model inside a cubic box. The green spheres represent crowded particles, and the orange rod represents genome. The left image is the initial configuration, and the right image is the final shape after equilibration. After running NVT equilibration and then allowing volume changes using NPT, the system evolves into an elongated cuboid shape.</a:t>
            </a:r>
            <a:endParaRPr b="0" lang="en-US" sz="13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300" strike="noStrike" u="none">
                <a:solidFill>
                  <a:srgbClr val="000000"/>
                </a:solidFill>
                <a:effectLst/>
                <a:uFillTx/>
                <a:latin typeface="Calibri"/>
              </a:rPr>
              <a:t>This final elongated shape is interesting because it resembles the morphology observed in real Monkeypox virus particles. Our main idea: internal crowding and genome structure can provide a physical driving force for viral shape deformation.</a:t>
            </a:r>
            <a:endParaRPr b="0" lang="en-US" sz="13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en-US" sz="1300" strike="noStrike" u="none">
              <a:solidFill>
                <a:srgbClr val="000000"/>
              </a:solidFill>
              <a:effectLst/>
              <a:uFillTx/>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2" name="PlaceHolder 1"/>
          <p:cNvSpPr>
            <a:spLocks noGrp="1"/>
          </p:cNvSpPr>
          <p:nvPr>
            <p:ph type="sldImg"/>
          </p:nvPr>
        </p:nvSpPr>
        <p:spPr>
          <a:xfrm>
            <a:off x="533880" y="764280"/>
            <a:ext cx="6689520" cy="3756600"/>
          </a:xfrm>
          <a:prstGeom prst="rect">
            <a:avLst/>
          </a:prstGeom>
          <a:ln w="0">
            <a:noFill/>
          </a:ln>
        </p:spPr>
      </p:sp>
      <p:sp>
        <p:nvSpPr>
          <p:cNvPr id="663" name="PlaceHolder 2"/>
          <p:cNvSpPr>
            <a:spLocks noGrp="1"/>
          </p:cNvSpPr>
          <p:nvPr>
            <p:ph type="body"/>
          </p:nvPr>
        </p:nvSpPr>
        <p:spPr>
          <a:xfrm>
            <a:off x="662760" y="4664880"/>
            <a:ext cx="6123600" cy="4496400"/>
          </a:xfrm>
          <a:prstGeom prst="rect">
            <a:avLst/>
          </a:prstGeom>
          <a:noFill/>
          <a:ln w="0">
            <a:noFill/>
          </a:ln>
        </p:spPr>
        <p:txBody>
          <a:bodyPr lIns="0" rIns="0" tIns="0" bIns="0" anchor="t">
            <a:noAutofit/>
          </a:bodyPr>
          <a:p>
            <a:pPr indent="0">
              <a:lnSpc>
                <a:spcPct val="100000"/>
              </a:lnSpc>
              <a:buNone/>
              <a:tabLst>
                <a:tab algn="l" pos="0"/>
              </a:tabLst>
            </a:pPr>
            <a:r>
              <a:rPr b="0" lang="en-US" sz="1400" strike="noStrike" u="none">
                <a:solidFill>
                  <a:srgbClr val="000000"/>
                </a:solidFill>
                <a:effectLst/>
                <a:uFillTx/>
                <a:latin typeface="Calibri"/>
              </a:rPr>
              <a:t>The parameters a b,c set the size along each axis, determining whether the shape is elongated, flattened, or brick-like. a,b,c control the overall dimensions and aspect ratios </a:t>
            </a:r>
            <a:endParaRPr b="0" lang="en-US" sz="1400" strike="noStrike" u="none">
              <a:solidFill>
                <a:srgbClr val="000000"/>
              </a:solidFill>
              <a:effectLst/>
              <a:uFillTx/>
              <a:latin typeface="Arial"/>
            </a:endParaRPr>
          </a:p>
          <a:p>
            <a:pPr indent="0">
              <a:lnSpc>
                <a:spcPct val="100000"/>
              </a:lnSpc>
              <a:buNone/>
              <a:tabLst>
                <a:tab algn="l" pos="0"/>
              </a:tabLst>
            </a:pPr>
            <a:r>
              <a:rPr b="0" lang="en-US" sz="1400" strike="noStrike" u="none">
                <a:solidFill>
                  <a:srgbClr val="000000"/>
                </a:solidFill>
                <a:effectLst/>
                <a:uFillTx/>
                <a:latin typeface="Calibri"/>
              </a:rPr>
              <a:t>N:Controls how rounded or box-like the surface</a:t>
            </a:r>
            <a:endParaRPr b="0" lang="en-US" sz="1400" strike="noStrike" u="none">
              <a:solidFill>
                <a:srgbClr val="000000"/>
              </a:solidFill>
              <a:effectLst/>
              <a:uFillTx/>
              <a:latin typeface="Arial"/>
            </a:endParaRPr>
          </a:p>
          <a:p>
            <a:pPr indent="0">
              <a:lnSpc>
                <a:spcPct val="100000"/>
              </a:lnSpc>
              <a:buNone/>
              <a:tabLst>
                <a:tab algn="l" pos="0"/>
              </a:tabLst>
            </a:pPr>
            <a:endParaRPr b="0" lang="en-US" sz="1400" strike="noStrike" u="none">
              <a:solidFill>
                <a:srgbClr val="000000"/>
              </a:solidFill>
              <a:effectLst/>
              <a:uFillTx/>
              <a:latin typeface="Arial"/>
            </a:endParaRPr>
          </a:p>
          <a:p>
            <a:pPr indent="0">
              <a:lnSpc>
                <a:spcPct val="100000"/>
              </a:lnSpc>
              <a:buNone/>
              <a:tabLst>
                <a:tab algn="l" pos="0"/>
              </a:tabLst>
            </a:pPr>
            <a:r>
              <a:rPr b="0" lang="en-US" sz="1400" strike="noStrike" u="none">
                <a:solidFill>
                  <a:srgbClr val="000000"/>
                </a:solidFill>
                <a:effectLst/>
                <a:uFillTx/>
                <a:latin typeface="Calibri"/>
              </a:rPr>
              <a:t>We use the super-ellipsoid model because it gives a smooth and flexible way to describe virus shape. By changing the parameters a b c, we control the overall size and aspect ratios, and by changing n, we control how rounded or box-like the surface is. This allows us to represent realistic virus shapes while keeping the curvature well, which is important for calculating membrane bending energy.</a:t>
            </a:r>
            <a:endParaRPr b="0" lang="en-US" sz="1400" strike="noStrike" u="none">
              <a:solidFill>
                <a:srgbClr val="000000"/>
              </a:solidFill>
              <a:effectLst/>
              <a:uFillTx/>
              <a:latin typeface="Arial"/>
            </a:endParaRPr>
          </a:p>
          <a:p>
            <a:pPr indent="0">
              <a:lnSpc>
                <a:spcPct val="100000"/>
              </a:lnSpc>
              <a:buNone/>
              <a:tabLst>
                <a:tab algn="l" pos="0"/>
              </a:tabLst>
            </a:pPr>
            <a:endParaRPr b="0" lang="en-US" sz="1400" strike="noStrike" u="none">
              <a:solidFill>
                <a:srgbClr val="000000"/>
              </a:solidFill>
              <a:effectLst/>
              <a:uFillTx/>
              <a:latin typeface="Arial"/>
            </a:endParaRPr>
          </a:p>
          <a:p>
            <a:pPr indent="0">
              <a:lnSpc>
                <a:spcPct val="100000"/>
              </a:lnSpc>
              <a:buNone/>
              <a:tabLst>
                <a:tab algn="l" pos="0"/>
              </a:tabLst>
            </a:pPr>
            <a:r>
              <a:rPr b="0" lang="en-US" sz="1400" strike="noStrike" u="none">
                <a:solidFill>
                  <a:srgbClr val="000000"/>
                </a:solidFill>
                <a:effectLst/>
                <a:uFillTx/>
                <a:latin typeface="Calibri"/>
              </a:rPr>
              <a:t>If a = b = c → the shape is symmetric (sphere when n=2)</a:t>
            </a:r>
            <a:endParaRPr b="0" lang="en-US" sz="1400" strike="noStrike" u="none">
              <a:solidFill>
                <a:srgbClr val="000000"/>
              </a:solidFill>
              <a:effectLst/>
              <a:uFillTx/>
              <a:latin typeface="Arial"/>
            </a:endParaRPr>
          </a:p>
          <a:p>
            <a:pPr indent="0">
              <a:lnSpc>
                <a:spcPct val="100000"/>
              </a:lnSpc>
              <a:buNone/>
              <a:tabLst>
                <a:tab algn="l" pos="0"/>
              </a:tabLst>
            </a:pPr>
            <a:r>
              <a:rPr b="0" lang="en-US" sz="1400" strike="noStrike" u="none">
                <a:solidFill>
                  <a:srgbClr val="000000"/>
                </a:solidFill>
                <a:effectLst/>
                <a:uFillTx/>
                <a:latin typeface="Calibri"/>
              </a:rPr>
              <a:t>If one parameter is larger → the shape is elongated in that direction</a:t>
            </a:r>
            <a:endParaRPr b="0" lang="en-US" sz="14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tabLst>
                <a:tab algn="l" pos="0"/>
              </a:tabLst>
            </a:pPr>
            <a:r>
              <a:rPr b="0" lang="en-US" sz="1400" strike="noStrike" u="none">
                <a:solidFill>
                  <a:srgbClr val="000000"/>
                </a:solidFill>
                <a:effectLst/>
                <a:uFillTx/>
                <a:latin typeface="Calibri"/>
              </a:rPr>
              <a:t>e.g. c&gt;a=b → long, rod-like shape</a:t>
            </a:r>
            <a:endParaRPr b="0" lang="en-US" sz="1400" strike="noStrike" u="none">
              <a:solidFill>
                <a:srgbClr val="000000"/>
              </a:solidFill>
              <a:effectLst/>
              <a:uFillTx/>
              <a:latin typeface="Arial"/>
            </a:endParaRPr>
          </a:p>
          <a:p>
            <a:pPr indent="0">
              <a:lnSpc>
                <a:spcPct val="100000"/>
              </a:lnSpc>
              <a:buNone/>
              <a:tabLst>
                <a:tab algn="l" pos="0"/>
              </a:tabLst>
            </a:pPr>
            <a:r>
              <a:rPr b="0" lang="en-US" sz="1400" strike="noStrike" u="none">
                <a:solidFill>
                  <a:srgbClr val="000000"/>
                </a:solidFill>
                <a:effectLst/>
                <a:uFillTx/>
                <a:latin typeface="Calibri"/>
              </a:rPr>
              <a:t>If one parameter is smaller → the shape is flattened in that direction</a:t>
            </a:r>
            <a:endParaRPr b="0" lang="en-US" sz="14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tabLst>
                <a:tab algn="l" pos="0"/>
              </a:tabLst>
            </a:pPr>
            <a:r>
              <a:rPr b="0" lang="en-US" sz="1400" strike="noStrike" u="none">
                <a:solidFill>
                  <a:srgbClr val="000000"/>
                </a:solidFill>
                <a:effectLst/>
                <a:uFillTx/>
                <a:latin typeface="Calibri"/>
              </a:rPr>
              <a:t>e.g. c&lt;a=b → disk- or pancake-like shape</a:t>
            </a:r>
            <a:endParaRPr b="0" lang="en-US" sz="1400" strike="noStrike" u="none">
              <a:solidFill>
                <a:srgbClr val="000000"/>
              </a:solidFill>
              <a:effectLst/>
              <a:uFillTx/>
              <a:latin typeface="Arial"/>
            </a:endParaRPr>
          </a:p>
          <a:p>
            <a:pPr indent="0">
              <a:lnSpc>
                <a:spcPct val="100000"/>
              </a:lnSpc>
              <a:buNone/>
              <a:tabLst>
                <a:tab algn="l" pos="0"/>
              </a:tabLst>
            </a:pPr>
            <a:r>
              <a:rPr b="0" lang="en-US" sz="1400" strike="noStrike" u="none">
                <a:solidFill>
                  <a:srgbClr val="000000"/>
                </a:solidFill>
                <a:effectLst/>
                <a:uFillTx/>
                <a:latin typeface="Calibri"/>
              </a:rPr>
              <a:t>If a, b, c are all different → a brick-like / cuboid-like shape</a:t>
            </a:r>
            <a:endParaRPr b="0" lang="en-US" sz="14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400" strike="noStrike" u="none">
                <a:solidFill>
                  <a:srgbClr val="000000"/>
                </a:solidFill>
                <a:effectLst/>
                <a:uFillTx/>
                <a:latin typeface="Calibri"/>
              </a:rPr>
              <a:t>As n increases, the super-ellipsoid gradually transitions from a smooth, rounded shape to a more box-like geometry.</a:t>
            </a:r>
            <a:endParaRPr b="0" lang="en-US" sz="1400" strike="noStrike" u="none">
              <a:solidFill>
                <a:srgbClr val="000000"/>
              </a:solidFill>
              <a:effectLst/>
              <a:uFillTx/>
              <a:latin typeface="Arial"/>
            </a:endParaRPr>
          </a:p>
          <a:p>
            <a:pPr indent="0">
              <a:lnSpc>
                <a:spcPct val="100000"/>
              </a:lnSpc>
              <a:buNone/>
              <a:tabLst>
                <a:tab algn="l" pos="0"/>
              </a:tabLst>
            </a:pPr>
            <a:endParaRPr b="0" lang="en-US" sz="1600" strike="noStrike" u="none">
              <a:solidFill>
                <a:srgbClr val="000000"/>
              </a:solidFill>
              <a:effectLst/>
              <a:uFillTx/>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4" name="PlaceHolder 1"/>
          <p:cNvSpPr>
            <a:spLocks noGrp="1"/>
          </p:cNvSpPr>
          <p:nvPr>
            <p:ph type="sldImg"/>
          </p:nvPr>
        </p:nvSpPr>
        <p:spPr>
          <a:xfrm>
            <a:off x="533880" y="764280"/>
            <a:ext cx="6694200" cy="3761280"/>
          </a:xfrm>
          <a:prstGeom prst="rect">
            <a:avLst/>
          </a:prstGeom>
          <a:ln w="0">
            <a:noFill/>
          </a:ln>
        </p:spPr>
      </p:sp>
      <p:sp>
        <p:nvSpPr>
          <p:cNvPr id="665" name="PlaceHolder 2"/>
          <p:cNvSpPr>
            <a:spLocks noGrp="1"/>
          </p:cNvSpPr>
          <p:nvPr>
            <p:ph type="body"/>
          </p:nvPr>
        </p:nvSpPr>
        <p:spPr>
          <a:xfrm>
            <a:off x="777240" y="4777560"/>
            <a:ext cx="6207480" cy="451584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en-US" sz="1400" strike="noStrike" u="none">
                <a:solidFill>
                  <a:srgbClr val="000000"/>
                </a:solidFill>
                <a:effectLst/>
                <a:uFillTx/>
                <a:latin typeface="Calibri"/>
              </a:rPr>
              <a:t>To understand the advantages and limitations of different shape descriptions, we compare a rectangular prism model with a super-ellipsoid model.</a:t>
            </a:r>
            <a:endParaRPr b="0" lang="en-US" sz="14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400" strike="noStrike" u="none">
                <a:solidFill>
                  <a:srgbClr val="000000"/>
                </a:solidFill>
                <a:effectLst/>
                <a:uFillTx/>
                <a:latin typeface="Calibri"/>
              </a:rPr>
              <a:t>The rectangular prism is very simple, but it has sharp corners and flat faces, so it does not look very realistic. It also has no curvature, which means we cannot properly calculate membrane bending energy. It is easy to compute, but it can only represent a limited set of shapes, mainly cube-like or box-like shapes, and it cannot smoothly describe shape changes.</a:t>
            </a:r>
            <a:endParaRPr b="0" lang="en-US" sz="14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400" strike="noStrike" u="none">
                <a:solidFill>
                  <a:srgbClr val="000000"/>
                </a:solidFill>
                <a:effectLst/>
                <a:uFillTx/>
                <a:latin typeface="Calibri"/>
              </a:rPr>
              <a:t>In contrast, the superellipsoid model has smooth and rounded edges, so it looks much closer to real viruses, especially orthopox viruses like Monkeypox. It allows the curvature to change across the surface, which makes it possible to calculate bending energy and study realistic membrane deformation. It is more computationally expensive because it usually requires numerical calculations, but it can smoothly transition between spherical, ellipsoidal, and brick-like shapes. Overall, the superellipsoid model is a more flexible and realistic choice for studying virus shape transitions.</a:t>
            </a:r>
            <a:endParaRPr b="0" lang="en-US" sz="14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en-US" sz="18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0.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1.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2.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3.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4.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6.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7.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8.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9.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0.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1.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2.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3.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4.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5.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6" name="PlaceHolder 2"/>
          <p:cNvSpPr>
            <a:spLocks noGrp="1"/>
          </p:cNvSpPr>
          <p:nvPr>
            <p:ph/>
          </p:nvPr>
        </p:nvSpPr>
        <p:spPr>
          <a:xfrm>
            <a:off x="504000" y="1326600"/>
            <a:ext cx="9037800" cy="325440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410268EC-0737-4051-BE55-6D3C14E28E9A}"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13" name="PlaceHolder 2"/>
          <p:cNvSpPr>
            <a:spLocks noGrp="1"/>
          </p:cNvSpPr>
          <p:nvPr>
            <p:ph/>
          </p:nvPr>
        </p:nvSpPr>
        <p:spPr>
          <a:xfrm>
            <a:off x="504000" y="1326600"/>
            <a:ext cx="9037800" cy="325440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74C7DE45-0B2F-4853-8531-FC02E567A61F}"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21">
    <p:spTree>
      <p:nvGrpSpPr>
        <p:cNvPr id="1" name=""/>
        <p:cNvGrpSpPr/>
        <p:nvPr/>
      </p:nvGrpSpPr>
      <p:grpSpPr>
        <a:xfrm>
          <a:off x="0" y="0"/>
          <a:ext cx="0" cy="0"/>
          <a:chOff x="0" y="0"/>
          <a:chExt cx="0" cy="0"/>
        </a:xfrm>
      </p:grpSpPr>
      <p:sp>
        <p:nvSpPr>
          <p:cNvPr id="19"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20" name="PlaceHolder 2"/>
          <p:cNvSpPr>
            <a:spLocks noGrp="1"/>
          </p:cNvSpPr>
          <p:nvPr>
            <p:ph/>
          </p:nvPr>
        </p:nvSpPr>
        <p:spPr>
          <a:xfrm>
            <a:off x="504000" y="1326600"/>
            <a:ext cx="9037800" cy="325440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844E080E-B2DD-4FB4-8A25-23BF2C21FE33}"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24">
    <p:spTree>
      <p:nvGrpSpPr>
        <p:cNvPr id="1" name=""/>
        <p:cNvGrpSpPr/>
        <p:nvPr/>
      </p:nvGrpSpPr>
      <p:grpSpPr>
        <a:xfrm>
          <a:off x="0" y="0"/>
          <a:ext cx="0" cy="0"/>
          <a:chOff x="0" y="0"/>
          <a:chExt cx="0" cy="0"/>
        </a:xfrm>
      </p:grpSpPr>
      <p:sp>
        <p:nvSpPr>
          <p:cNvPr id="26"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27" name="PlaceHolder 2"/>
          <p:cNvSpPr>
            <a:spLocks noGrp="1"/>
          </p:cNvSpPr>
          <p:nvPr>
            <p:ph/>
          </p:nvPr>
        </p:nvSpPr>
        <p:spPr>
          <a:xfrm>
            <a:off x="504000" y="1326600"/>
            <a:ext cx="9037800" cy="325440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EE1B44F9-0E09-4837-8988-A844971FA9F9}"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9">
    <p:spTree>
      <p:nvGrpSpPr>
        <p:cNvPr id="1" name=""/>
        <p:cNvGrpSpPr/>
        <p:nvPr/>
      </p:nvGrpSpPr>
      <p:grpSpPr>
        <a:xfrm>
          <a:off x="0" y="0"/>
          <a:ext cx="0" cy="0"/>
          <a:chOff x="0" y="0"/>
          <a:chExt cx="0" cy="0"/>
        </a:xfrm>
      </p:grpSpPr>
      <p:sp>
        <p:nvSpPr>
          <p:cNvPr id="33"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4" name="PlaceHolder 2"/>
          <p:cNvSpPr>
            <a:spLocks noGrp="1"/>
          </p:cNvSpPr>
          <p:nvPr>
            <p:ph/>
          </p:nvPr>
        </p:nvSpPr>
        <p:spPr>
          <a:xfrm>
            <a:off x="504000" y="1326600"/>
            <a:ext cx="9037800" cy="325440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95D288A7-CFC8-49F6-8068-527A4FB547FE}" type="slidenum">
              <a:t>&lt;#&gt;</a:t>
            </a:fld>
          </a:p>
        </p:txBody>
      </p:sp>
      <p:sp>
        <p:nvSpPr>
          <p:cNvPr id="6" name="PlaceHolder 5"/>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26">
    <p:spTree>
      <p:nvGrpSpPr>
        <p:cNvPr id="1" name=""/>
        <p:cNvGrpSpPr/>
        <p:nvPr/>
      </p:nvGrpSpPr>
      <p:grpSpPr>
        <a:xfrm>
          <a:off x="0" y="0"/>
          <a:ext cx="0" cy="0"/>
          <a:chOff x="0" y="0"/>
          <a:chExt cx="0" cy="0"/>
        </a:xfrm>
      </p:grpSpPr>
      <p:sp>
        <p:nvSpPr>
          <p:cNvPr id="40"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41" name="PlaceHolder 2"/>
          <p:cNvSpPr>
            <a:spLocks noGrp="1"/>
          </p:cNvSpPr>
          <p:nvPr>
            <p:ph/>
          </p:nvPr>
        </p:nvSpPr>
        <p:spPr>
          <a:xfrm>
            <a:off x="504000" y="1326600"/>
            <a:ext cx="9037800" cy="325440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16"/>
          </p:nvPr>
        </p:nvSpPr>
        <p:spPr/>
        <p:txBody>
          <a:bodyPr/>
          <a:p>
            <a:r>
              <a:t>Footer</a:t>
            </a:r>
          </a:p>
        </p:txBody>
      </p:sp>
      <p:sp>
        <p:nvSpPr>
          <p:cNvPr id="5" name="PlaceHolder 4"/>
          <p:cNvSpPr>
            <a:spLocks noGrp="1"/>
          </p:cNvSpPr>
          <p:nvPr>
            <p:ph type="sldNum" idx="17"/>
          </p:nvPr>
        </p:nvSpPr>
        <p:spPr/>
        <p:txBody>
          <a:bodyPr/>
          <a:p>
            <a:fld id="{8286218C-73C0-4290-94E8-D410CD7A09D0}" type="slidenum">
              <a:t>&lt;#&gt;</a:t>
            </a:fld>
          </a:p>
        </p:txBody>
      </p:sp>
      <p:sp>
        <p:nvSpPr>
          <p:cNvPr id="6" name="PlaceHolder 5"/>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2">
    <p:spTree>
      <p:nvGrpSpPr>
        <p:cNvPr id="1" name=""/>
        <p:cNvGrpSpPr/>
        <p:nvPr/>
      </p:nvGrpSpPr>
      <p:grpSpPr>
        <a:xfrm>
          <a:off x="0" y="0"/>
          <a:ext cx="0" cy="0"/>
          <a:chOff x="0" y="0"/>
          <a:chExt cx="0" cy="0"/>
        </a:xfrm>
      </p:grpSpPr>
      <p:sp>
        <p:nvSpPr>
          <p:cNvPr id="47"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48" name="PlaceHolder 2"/>
          <p:cNvSpPr>
            <a:spLocks noGrp="1"/>
          </p:cNvSpPr>
          <p:nvPr>
            <p:ph/>
          </p:nvPr>
        </p:nvSpPr>
        <p:spPr>
          <a:xfrm>
            <a:off x="504000" y="1326600"/>
            <a:ext cx="9037800" cy="325440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CE0ED297-2D13-4B8F-AB49-46732F283C22}" type="slidenum">
              <a:t>&lt;#&gt;</a:t>
            </a:fld>
          </a:p>
        </p:txBody>
      </p:sp>
      <p:sp>
        <p:nvSpPr>
          <p:cNvPr id="6" name="PlaceHolder 5"/>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4">
    <p:spTree>
      <p:nvGrpSpPr>
        <p:cNvPr id="1" name=""/>
        <p:cNvGrpSpPr/>
        <p:nvPr/>
      </p:nvGrpSpPr>
      <p:grpSpPr>
        <a:xfrm>
          <a:off x="0" y="0"/>
          <a:ext cx="0" cy="0"/>
          <a:chOff x="0" y="0"/>
          <a:chExt cx="0" cy="0"/>
        </a:xfrm>
      </p:grpSpPr>
      <p:sp>
        <p:nvSpPr>
          <p:cNvPr id="54"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55" name="PlaceHolder 2"/>
          <p:cNvSpPr>
            <a:spLocks noGrp="1"/>
          </p:cNvSpPr>
          <p:nvPr>
            <p:ph/>
          </p:nvPr>
        </p:nvSpPr>
        <p:spPr>
          <a:xfrm>
            <a:off x="504000" y="1326600"/>
            <a:ext cx="9037800" cy="325440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22"/>
          </p:nvPr>
        </p:nvSpPr>
        <p:spPr/>
        <p:txBody>
          <a:bodyPr/>
          <a:p>
            <a:r>
              <a:t>Footer</a:t>
            </a:r>
          </a:p>
        </p:txBody>
      </p:sp>
      <p:sp>
        <p:nvSpPr>
          <p:cNvPr id="5" name="PlaceHolder 4"/>
          <p:cNvSpPr>
            <a:spLocks noGrp="1"/>
          </p:cNvSpPr>
          <p:nvPr>
            <p:ph type="sldNum" idx="23"/>
          </p:nvPr>
        </p:nvSpPr>
        <p:spPr/>
        <p:txBody>
          <a:bodyPr/>
          <a:p>
            <a:fld id="{2E8EB4EF-57F9-4300-BAAE-775289428FE4}" type="slidenum">
              <a:t>&lt;#&gt;</a:t>
            </a:fld>
          </a:p>
        </p:txBody>
      </p:sp>
      <p:sp>
        <p:nvSpPr>
          <p:cNvPr id="6" name="PlaceHolder 5"/>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4">
    <p:spTree>
      <p:nvGrpSpPr>
        <p:cNvPr id="1" name=""/>
        <p:cNvGrpSpPr/>
        <p:nvPr/>
      </p:nvGrpSpPr>
      <p:grpSpPr>
        <a:xfrm>
          <a:off x="0" y="0"/>
          <a:ext cx="0" cy="0"/>
          <a:chOff x="0" y="0"/>
          <a:chExt cx="0" cy="0"/>
        </a:xfrm>
      </p:grpSpPr>
      <p:sp>
        <p:nvSpPr>
          <p:cNvPr id="61"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62" name="PlaceHolder 2"/>
          <p:cNvSpPr>
            <a:spLocks noGrp="1"/>
          </p:cNvSpPr>
          <p:nvPr>
            <p:ph/>
          </p:nvPr>
        </p:nvSpPr>
        <p:spPr>
          <a:xfrm>
            <a:off x="504000" y="1326600"/>
            <a:ext cx="9037800" cy="325440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25"/>
          </p:nvPr>
        </p:nvSpPr>
        <p:spPr/>
        <p:txBody>
          <a:bodyPr/>
          <a:p>
            <a:r>
              <a:t>Footer</a:t>
            </a:r>
          </a:p>
        </p:txBody>
      </p:sp>
      <p:sp>
        <p:nvSpPr>
          <p:cNvPr id="5" name="PlaceHolder 4"/>
          <p:cNvSpPr>
            <a:spLocks noGrp="1"/>
          </p:cNvSpPr>
          <p:nvPr>
            <p:ph type="sldNum" idx="26"/>
          </p:nvPr>
        </p:nvSpPr>
        <p:spPr/>
        <p:txBody>
          <a:bodyPr/>
          <a:p>
            <a:fld id="{77B2377F-8712-4724-9D1D-E2933C761C07}" type="slidenum">
              <a:t>&lt;#&gt;</a:t>
            </a:fld>
          </a:p>
        </p:txBody>
      </p:sp>
      <p:sp>
        <p:nvSpPr>
          <p:cNvPr id="6" name="PlaceHolder 5"/>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5">
    <p:spTree>
      <p:nvGrpSpPr>
        <p:cNvPr id="1" name=""/>
        <p:cNvGrpSpPr/>
        <p:nvPr/>
      </p:nvGrpSpPr>
      <p:grpSpPr>
        <a:xfrm>
          <a:off x="0" y="0"/>
          <a:ext cx="0" cy="0"/>
          <a:chOff x="0" y="0"/>
          <a:chExt cx="0" cy="0"/>
        </a:xfrm>
      </p:grpSpPr>
      <p:sp>
        <p:nvSpPr>
          <p:cNvPr id="68"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69" name="PlaceHolder 2"/>
          <p:cNvSpPr>
            <a:spLocks noGrp="1"/>
          </p:cNvSpPr>
          <p:nvPr>
            <p:ph/>
          </p:nvPr>
        </p:nvSpPr>
        <p:spPr>
          <a:xfrm>
            <a:off x="504000" y="1326600"/>
            <a:ext cx="9037800" cy="325440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28"/>
          </p:nvPr>
        </p:nvSpPr>
        <p:spPr/>
        <p:txBody>
          <a:bodyPr/>
          <a:p>
            <a:r>
              <a:t>Footer</a:t>
            </a:r>
          </a:p>
        </p:txBody>
      </p:sp>
      <p:sp>
        <p:nvSpPr>
          <p:cNvPr id="5" name="PlaceHolder 4"/>
          <p:cNvSpPr>
            <a:spLocks noGrp="1"/>
          </p:cNvSpPr>
          <p:nvPr>
            <p:ph type="sldNum" idx="29"/>
          </p:nvPr>
        </p:nvSpPr>
        <p:spPr/>
        <p:txBody>
          <a:bodyPr/>
          <a:p>
            <a:fld id="{EB40ECE6-EA98-4BD8-85BB-18E33BF8FFB1}" type="slidenum">
              <a:t>&lt;#&gt;</a:t>
            </a:fld>
          </a:p>
        </p:txBody>
      </p:sp>
      <p:sp>
        <p:nvSpPr>
          <p:cNvPr id="6" name="PlaceHolder 5"/>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1">
    <p:spTree>
      <p:nvGrpSpPr>
        <p:cNvPr id="1" name=""/>
        <p:cNvGrpSpPr/>
        <p:nvPr/>
      </p:nvGrpSpPr>
      <p:grpSpPr>
        <a:xfrm>
          <a:off x="0" y="0"/>
          <a:ext cx="0" cy="0"/>
          <a:chOff x="0" y="0"/>
          <a:chExt cx="0" cy="0"/>
        </a:xfrm>
      </p:grpSpPr>
      <p:sp>
        <p:nvSpPr>
          <p:cNvPr id="75"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76" name="PlaceHolder 2"/>
          <p:cNvSpPr>
            <a:spLocks noGrp="1"/>
          </p:cNvSpPr>
          <p:nvPr>
            <p:ph/>
          </p:nvPr>
        </p:nvSpPr>
        <p:spPr>
          <a:xfrm>
            <a:off x="504000" y="1326600"/>
            <a:ext cx="9037800" cy="325440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31"/>
          </p:nvPr>
        </p:nvSpPr>
        <p:spPr/>
        <p:txBody>
          <a:bodyPr/>
          <a:p>
            <a:r>
              <a:t>Footer</a:t>
            </a:r>
          </a:p>
        </p:txBody>
      </p:sp>
      <p:sp>
        <p:nvSpPr>
          <p:cNvPr id="5" name="PlaceHolder 4"/>
          <p:cNvSpPr>
            <a:spLocks noGrp="1"/>
          </p:cNvSpPr>
          <p:nvPr>
            <p:ph type="sldNum" idx="32"/>
          </p:nvPr>
        </p:nvSpPr>
        <p:spPr/>
        <p:txBody>
          <a:bodyPr/>
          <a:p>
            <a:fld id="{B5C2020C-D63E-4C9D-A17F-3607C82B9426}" type="slidenum">
              <a:t>&lt;#&gt;</a:t>
            </a:fld>
          </a:p>
        </p:txBody>
      </p:sp>
      <p:sp>
        <p:nvSpPr>
          <p:cNvPr id="6" name="PlaceHolder 5"/>
          <p:cNvSpPr>
            <a:spLocks noGrp="1"/>
          </p:cNvSpPr>
          <p:nvPr>
            <p:ph type="dt" idx="3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6">
    <p:spTree>
      <p:nvGrpSpPr>
        <p:cNvPr id="1" name=""/>
        <p:cNvGrpSpPr/>
        <p:nvPr/>
      </p:nvGrpSpPr>
      <p:grpSpPr>
        <a:xfrm>
          <a:off x="0" y="0"/>
          <a:ext cx="0" cy="0"/>
          <a:chOff x="0" y="0"/>
          <a:chExt cx="0" cy="0"/>
        </a:xfrm>
      </p:grpSpPr>
      <p:sp>
        <p:nvSpPr>
          <p:cNvPr id="82"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83" name="PlaceHolder 2"/>
          <p:cNvSpPr>
            <a:spLocks noGrp="1"/>
          </p:cNvSpPr>
          <p:nvPr>
            <p:ph/>
          </p:nvPr>
        </p:nvSpPr>
        <p:spPr>
          <a:xfrm>
            <a:off x="504000" y="1326600"/>
            <a:ext cx="9037800" cy="325440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34"/>
          </p:nvPr>
        </p:nvSpPr>
        <p:spPr/>
        <p:txBody>
          <a:bodyPr/>
          <a:p>
            <a:r>
              <a:t>Footer</a:t>
            </a:r>
          </a:p>
        </p:txBody>
      </p:sp>
      <p:sp>
        <p:nvSpPr>
          <p:cNvPr id="5" name="PlaceHolder 4"/>
          <p:cNvSpPr>
            <a:spLocks noGrp="1"/>
          </p:cNvSpPr>
          <p:nvPr>
            <p:ph type="sldNum" idx="35"/>
          </p:nvPr>
        </p:nvSpPr>
        <p:spPr/>
        <p:txBody>
          <a:bodyPr/>
          <a:p>
            <a:fld id="{4A08673C-A61C-4A71-A289-16C72055EE3E}" type="slidenum">
              <a:t>&lt;#&gt;</a:t>
            </a:fld>
          </a:p>
        </p:txBody>
      </p:sp>
      <p:sp>
        <p:nvSpPr>
          <p:cNvPr id="6" name="PlaceHolder 5"/>
          <p:cNvSpPr>
            <a:spLocks noGrp="1"/>
          </p:cNvSpPr>
          <p:nvPr>
            <p:ph type="dt" idx="36"/>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20">
    <p:spTree>
      <p:nvGrpSpPr>
        <p:cNvPr id="1" name=""/>
        <p:cNvGrpSpPr/>
        <p:nvPr/>
      </p:nvGrpSpPr>
      <p:grpSpPr>
        <a:xfrm>
          <a:off x="0" y="0"/>
          <a:ext cx="0" cy="0"/>
          <a:chOff x="0" y="0"/>
          <a:chExt cx="0" cy="0"/>
        </a:xfrm>
      </p:grpSpPr>
      <p:sp>
        <p:nvSpPr>
          <p:cNvPr id="89"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90" name="PlaceHolder 2"/>
          <p:cNvSpPr>
            <a:spLocks noGrp="1"/>
          </p:cNvSpPr>
          <p:nvPr>
            <p:ph/>
          </p:nvPr>
        </p:nvSpPr>
        <p:spPr>
          <a:xfrm>
            <a:off x="504000" y="1326600"/>
            <a:ext cx="9037800" cy="325440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37"/>
          </p:nvPr>
        </p:nvSpPr>
        <p:spPr/>
        <p:txBody>
          <a:bodyPr/>
          <a:p>
            <a:r>
              <a:t>Footer</a:t>
            </a:r>
          </a:p>
        </p:txBody>
      </p:sp>
      <p:sp>
        <p:nvSpPr>
          <p:cNvPr id="5" name="PlaceHolder 4"/>
          <p:cNvSpPr>
            <a:spLocks noGrp="1"/>
          </p:cNvSpPr>
          <p:nvPr>
            <p:ph type="sldNum" idx="38"/>
          </p:nvPr>
        </p:nvSpPr>
        <p:spPr/>
        <p:txBody>
          <a:bodyPr/>
          <a:p>
            <a:fld id="{151B249E-A518-4636-8FCA-0C37041C5D41}" type="slidenum">
              <a:t>&lt;#&gt;</a:t>
            </a:fld>
          </a:p>
        </p:txBody>
      </p:sp>
      <p:sp>
        <p:nvSpPr>
          <p:cNvPr id="6" name="PlaceHolder 5"/>
          <p:cNvSpPr>
            <a:spLocks noGrp="1"/>
          </p:cNvSpPr>
          <p:nvPr>
            <p:ph type="dt" idx="39"/>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28">
    <p:spTree>
      <p:nvGrpSpPr>
        <p:cNvPr id="1" name=""/>
        <p:cNvGrpSpPr/>
        <p:nvPr/>
      </p:nvGrpSpPr>
      <p:grpSpPr>
        <a:xfrm>
          <a:off x="0" y="0"/>
          <a:ext cx="0" cy="0"/>
          <a:chOff x="0" y="0"/>
          <a:chExt cx="0" cy="0"/>
        </a:xfrm>
      </p:grpSpPr>
      <p:sp>
        <p:nvSpPr>
          <p:cNvPr id="91"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92"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93" name="PlaceHolder 3"/>
          <p:cNvSpPr>
            <a:spLocks noGrp="1"/>
          </p:cNvSpPr>
          <p:nvPr>
            <p:ph type="ftr" idx="40"/>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94" name="PlaceHolder 4"/>
          <p:cNvSpPr>
            <a:spLocks noGrp="1"/>
          </p:cNvSpPr>
          <p:nvPr>
            <p:ph type="sldNum" idx="41"/>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5A9EF24C-4E99-4193-900A-FF7229E9C7C6}"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95" name="PlaceHolder 5"/>
          <p:cNvSpPr>
            <a:spLocks noGrp="1"/>
          </p:cNvSpPr>
          <p:nvPr>
            <p:ph type="dt" idx="42"/>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30">
    <p:spTree>
      <p:nvGrpSpPr>
        <p:cNvPr id="1" name=""/>
        <p:cNvGrpSpPr/>
        <p:nvPr/>
      </p:nvGrpSpPr>
      <p:grpSpPr>
        <a:xfrm>
          <a:off x="0" y="0"/>
          <a:ext cx="0" cy="0"/>
          <a:chOff x="0" y="0"/>
          <a:chExt cx="0" cy="0"/>
        </a:xfrm>
      </p:grpSpPr>
      <p:sp>
        <p:nvSpPr>
          <p:cNvPr id="96"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97"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98" name="PlaceHolder 3"/>
          <p:cNvSpPr>
            <a:spLocks noGrp="1"/>
          </p:cNvSpPr>
          <p:nvPr>
            <p:ph type="ftr" idx="43"/>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99" name="PlaceHolder 4"/>
          <p:cNvSpPr>
            <a:spLocks noGrp="1"/>
          </p:cNvSpPr>
          <p:nvPr>
            <p:ph type="sldNum" idx="44"/>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6EB6E3C8-4A58-410E-AAE4-470D446E907A}"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00" name="PlaceHolder 5"/>
          <p:cNvSpPr>
            <a:spLocks noGrp="1"/>
          </p:cNvSpPr>
          <p:nvPr>
            <p:ph type="dt" idx="45"/>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7">
    <p:spTree>
      <p:nvGrpSpPr>
        <p:cNvPr id="1" name=""/>
        <p:cNvGrpSpPr/>
        <p:nvPr/>
      </p:nvGrpSpPr>
      <p:grpSpPr>
        <a:xfrm>
          <a:off x="0" y="0"/>
          <a:ext cx="0" cy="0"/>
          <a:chOff x="0" y="0"/>
          <a:chExt cx="0" cy="0"/>
        </a:xfrm>
      </p:grpSpPr>
      <p:sp>
        <p:nvSpPr>
          <p:cNvPr id="101"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02"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03" name="PlaceHolder 3"/>
          <p:cNvSpPr>
            <a:spLocks noGrp="1"/>
          </p:cNvSpPr>
          <p:nvPr>
            <p:ph type="ftr" idx="46"/>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04" name="PlaceHolder 4"/>
          <p:cNvSpPr>
            <a:spLocks noGrp="1"/>
          </p:cNvSpPr>
          <p:nvPr>
            <p:ph type="sldNum" idx="47"/>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B23D08D3-AB1B-48EE-9956-D832A7598174}"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05" name="PlaceHolder 5"/>
          <p:cNvSpPr>
            <a:spLocks noGrp="1"/>
          </p:cNvSpPr>
          <p:nvPr>
            <p:ph type="dt" idx="48"/>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36">
    <p:spTree>
      <p:nvGrpSpPr>
        <p:cNvPr id="1" name=""/>
        <p:cNvGrpSpPr/>
        <p:nvPr/>
      </p:nvGrpSpPr>
      <p:grpSpPr>
        <a:xfrm>
          <a:off x="0" y="0"/>
          <a:ext cx="0" cy="0"/>
          <a:chOff x="0" y="0"/>
          <a:chExt cx="0" cy="0"/>
        </a:xfrm>
      </p:grpSpPr>
      <p:sp>
        <p:nvSpPr>
          <p:cNvPr id="106"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07"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08" name="PlaceHolder 3"/>
          <p:cNvSpPr>
            <a:spLocks noGrp="1"/>
          </p:cNvSpPr>
          <p:nvPr>
            <p:ph type="ftr" idx="49"/>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09" name="PlaceHolder 4"/>
          <p:cNvSpPr>
            <a:spLocks noGrp="1"/>
          </p:cNvSpPr>
          <p:nvPr>
            <p:ph type="sldNum" idx="50"/>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DA51268E-FC06-4BD7-A73C-A80EAF49FB9F}"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10" name="PlaceHolder 5"/>
          <p:cNvSpPr>
            <a:spLocks noGrp="1"/>
          </p:cNvSpPr>
          <p:nvPr>
            <p:ph type="dt" idx="51"/>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39">
    <p:spTree>
      <p:nvGrpSpPr>
        <p:cNvPr id="1" name=""/>
        <p:cNvGrpSpPr/>
        <p:nvPr/>
      </p:nvGrpSpPr>
      <p:grpSpPr>
        <a:xfrm>
          <a:off x="0" y="0"/>
          <a:ext cx="0" cy="0"/>
          <a:chOff x="0" y="0"/>
          <a:chExt cx="0" cy="0"/>
        </a:xfrm>
      </p:grpSpPr>
      <p:sp>
        <p:nvSpPr>
          <p:cNvPr id="111"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12"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13" name="PlaceHolder 3"/>
          <p:cNvSpPr>
            <a:spLocks noGrp="1"/>
          </p:cNvSpPr>
          <p:nvPr>
            <p:ph type="ftr" idx="52"/>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14" name="PlaceHolder 4"/>
          <p:cNvSpPr>
            <a:spLocks noGrp="1"/>
          </p:cNvSpPr>
          <p:nvPr>
            <p:ph type="sldNum" idx="53"/>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19B8721F-2F10-45D2-A768-9339F9A2435F}"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15" name="PlaceHolder 5"/>
          <p:cNvSpPr>
            <a:spLocks noGrp="1"/>
          </p:cNvSpPr>
          <p:nvPr>
            <p:ph type="dt" idx="54"/>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44">
    <p:spTree>
      <p:nvGrpSpPr>
        <p:cNvPr id="1" name=""/>
        <p:cNvGrpSpPr/>
        <p:nvPr/>
      </p:nvGrpSpPr>
      <p:grpSpPr>
        <a:xfrm>
          <a:off x="0" y="0"/>
          <a:ext cx="0" cy="0"/>
          <a:chOff x="0" y="0"/>
          <a:chExt cx="0" cy="0"/>
        </a:xfrm>
      </p:grpSpPr>
      <p:sp>
        <p:nvSpPr>
          <p:cNvPr id="116"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17"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18" name="PlaceHolder 3"/>
          <p:cNvSpPr>
            <a:spLocks noGrp="1"/>
          </p:cNvSpPr>
          <p:nvPr>
            <p:ph type="ftr" idx="55"/>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19" name="PlaceHolder 4"/>
          <p:cNvSpPr>
            <a:spLocks noGrp="1"/>
          </p:cNvSpPr>
          <p:nvPr>
            <p:ph type="sldNum" idx="56"/>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EE05B5DD-9D26-4EEA-B1F5-9518F4F06294}"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20" name="PlaceHolder 5"/>
          <p:cNvSpPr>
            <a:spLocks noGrp="1"/>
          </p:cNvSpPr>
          <p:nvPr>
            <p:ph type="dt" idx="57"/>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35">
    <p:spTree>
      <p:nvGrpSpPr>
        <p:cNvPr id="1" name=""/>
        <p:cNvGrpSpPr/>
        <p:nvPr/>
      </p:nvGrpSpPr>
      <p:grpSpPr>
        <a:xfrm>
          <a:off x="0" y="0"/>
          <a:ext cx="0" cy="0"/>
          <a:chOff x="0" y="0"/>
          <a:chExt cx="0" cy="0"/>
        </a:xfrm>
      </p:grpSpPr>
      <p:sp>
        <p:nvSpPr>
          <p:cNvPr id="121"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22"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23" name="PlaceHolder 3"/>
          <p:cNvSpPr>
            <a:spLocks noGrp="1"/>
          </p:cNvSpPr>
          <p:nvPr>
            <p:ph type="ftr" idx="58"/>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24" name="PlaceHolder 4"/>
          <p:cNvSpPr>
            <a:spLocks noGrp="1"/>
          </p:cNvSpPr>
          <p:nvPr>
            <p:ph type="sldNum" idx="59"/>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0593F9E0-1078-4A03-8914-08949A77D7EA}"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25" name="PlaceHolder 5"/>
          <p:cNvSpPr>
            <a:spLocks noGrp="1"/>
          </p:cNvSpPr>
          <p:nvPr>
            <p:ph type="dt" idx="60"/>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23">
    <p:spTree>
      <p:nvGrpSpPr>
        <p:cNvPr id="1" name=""/>
        <p:cNvGrpSpPr/>
        <p:nvPr/>
      </p:nvGrpSpPr>
      <p:grpSpPr>
        <a:xfrm>
          <a:off x="0" y="0"/>
          <a:ext cx="0" cy="0"/>
          <a:chOff x="0" y="0"/>
          <a:chExt cx="0" cy="0"/>
        </a:xfrm>
      </p:grpSpPr>
      <p:sp>
        <p:nvSpPr>
          <p:cNvPr id="126"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27"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28" name="PlaceHolder 3"/>
          <p:cNvSpPr>
            <a:spLocks noGrp="1"/>
          </p:cNvSpPr>
          <p:nvPr>
            <p:ph type="ftr" idx="61"/>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29" name="PlaceHolder 4"/>
          <p:cNvSpPr>
            <a:spLocks noGrp="1"/>
          </p:cNvSpPr>
          <p:nvPr>
            <p:ph type="sldNum" idx="62"/>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D7047159-F26C-407D-8CBE-CC05699F46B9}"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30" name="PlaceHolder 5"/>
          <p:cNvSpPr>
            <a:spLocks noGrp="1"/>
          </p:cNvSpPr>
          <p:nvPr>
            <p:ph type="dt" idx="63"/>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31">
    <p:spTree>
      <p:nvGrpSpPr>
        <p:cNvPr id="1" name=""/>
        <p:cNvGrpSpPr/>
        <p:nvPr/>
      </p:nvGrpSpPr>
      <p:grpSpPr>
        <a:xfrm>
          <a:off x="0" y="0"/>
          <a:ext cx="0" cy="0"/>
          <a:chOff x="0" y="0"/>
          <a:chExt cx="0" cy="0"/>
        </a:xfrm>
      </p:grpSpPr>
      <p:sp>
        <p:nvSpPr>
          <p:cNvPr id="131"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32"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33" name="PlaceHolder 3"/>
          <p:cNvSpPr>
            <a:spLocks noGrp="1"/>
          </p:cNvSpPr>
          <p:nvPr>
            <p:ph type="ftr" idx="64"/>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34" name="PlaceHolder 4"/>
          <p:cNvSpPr>
            <a:spLocks noGrp="1"/>
          </p:cNvSpPr>
          <p:nvPr>
            <p:ph type="sldNum" idx="65"/>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05A13089-81D5-4E30-ABB4-254E1B93878A}"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35" name="PlaceHolder 5"/>
          <p:cNvSpPr>
            <a:spLocks noGrp="1"/>
          </p:cNvSpPr>
          <p:nvPr>
            <p:ph type="dt" idx="66"/>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34">
    <p:spTree>
      <p:nvGrpSpPr>
        <p:cNvPr id="1" name=""/>
        <p:cNvGrpSpPr/>
        <p:nvPr/>
      </p:nvGrpSpPr>
      <p:grpSpPr>
        <a:xfrm>
          <a:off x="0" y="0"/>
          <a:ext cx="0" cy="0"/>
          <a:chOff x="0" y="0"/>
          <a:chExt cx="0" cy="0"/>
        </a:xfrm>
      </p:grpSpPr>
      <p:sp>
        <p:nvSpPr>
          <p:cNvPr id="136"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37"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38" name="PlaceHolder 3"/>
          <p:cNvSpPr>
            <a:spLocks noGrp="1"/>
          </p:cNvSpPr>
          <p:nvPr>
            <p:ph type="ftr" idx="67"/>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39" name="PlaceHolder 4"/>
          <p:cNvSpPr>
            <a:spLocks noGrp="1"/>
          </p:cNvSpPr>
          <p:nvPr>
            <p:ph type="sldNum" idx="68"/>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EA4E0E6F-20C0-4B9D-87F2-C7EA8722A224}"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40" name="PlaceHolder 5"/>
          <p:cNvSpPr>
            <a:spLocks noGrp="1"/>
          </p:cNvSpPr>
          <p:nvPr>
            <p:ph type="dt" idx="69"/>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25">
    <p:spTree>
      <p:nvGrpSpPr>
        <p:cNvPr id="1" name=""/>
        <p:cNvGrpSpPr/>
        <p:nvPr/>
      </p:nvGrpSpPr>
      <p:grpSpPr>
        <a:xfrm>
          <a:off x="0" y="0"/>
          <a:ext cx="0" cy="0"/>
          <a:chOff x="0" y="0"/>
          <a:chExt cx="0" cy="0"/>
        </a:xfrm>
      </p:grpSpPr>
      <p:sp>
        <p:nvSpPr>
          <p:cNvPr id="141"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42"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43" name="PlaceHolder 3"/>
          <p:cNvSpPr>
            <a:spLocks noGrp="1"/>
          </p:cNvSpPr>
          <p:nvPr>
            <p:ph type="ftr" idx="70"/>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44" name="PlaceHolder 4"/>
          <p:cNvSpPr>
            <a:spLocks noGrp="1"/>
          </p:cNvSpPr>
          <p:nvPr>
            <p:ph type="sldNum" idx="71"/>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37E6FA20-23DA-48C4-88CF-EC34E28AC95A}"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45" name="PlaceHolder 5"/>
          <p:cNvSpPr>
            <a:spLocks noGrp="1"/>
          </p:cNvSpPr>
          <p:nvPr>
            <p:ph type="dt" idx="72"/>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37">
    <p:spTree>
      <p:nvGrpSpPr>
        <p:cNvPr id="1" name=""/>
        <p:cNvGrpSpPr/>
        <p:nvPr/>
      </p:nvGrpSpPr>
      <p:grpSpPr>
        <a:xfrm>
          <a:off x="0" y="0"/>
          <a:ext cx="0" cy="0"/>
          <a:chOff x="0" y="0"/>
          <a:chExt cx="0" cy="0"/>
        </a:xfrm>
      </p:grpSpPr>
      <p:sp>
        <p:nvSpPr>
          <p:cNvPr id="146"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47"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48" name="PlaceHolder 3"/>
          <p:cNvSpPr>
            <a:spLocks noGrp="1"/>
          </p:cNvSpPr>
          <p:nvPr>
            <p:ph type="ftr" idx="73"/>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49" name="PlaceHolder 4"/>
          <p:cNvSpPr>
            <a:spLocks noGrp="1"/>
          </p:cNvSpPr>
          <p:nvPr>
            <p:ph type="sldNum" idx="74"/>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55B8A86F-1FD4-4FC1-BB2F-F481B23F6B57}"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50" name="PlaceHolder 5"/>
          <p:cNvSpPr>
            <a:spLocks noGrp="1"/>
          </p:cNvSpPr>
          <p:nvPr>
            <p:ph type="dt" idx="75"/>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40">
    <p:spTree>
      <p:nvGrpSpPr>
        <p:cNvPr id="1" name=""/>
        <p:cNvGrpSpPr/>
        <p:nvPr/>
      </p:nvGrpSpPr>
      <p:grpSpPr>
        <a:xfrm>
          <a:off x="0" y="0"/>
          <a:ext cx="0" cy="0"/>
          <a:chOff x="0" y="0"/>
          <a:chExt cx="0" cy="0"/>
        </a:xfrm>
      </p:grpSpPr>
      <p:sp>
        <p:nvSpPr>
          <p:cNvPr id="151"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52"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53" name="PlaceHolder 3"/>
          <p:cNvSpPr>
            <a:spLocks noGrp="1"/>
          </p:cNvSpPr>
          <p:nvPr>
            <p:ph type="ftr" idx="76"/>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54" name="PlaceHolder 4"/>
          <p:cNvSpPr>
            <a:spLocks noGrp="1"/>
          </p:cNvSpPr>
          <p:nvPr>
            <p:ph type="sldNum" idx="77"/>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4F1C44BC-F499-4074-A1D7-0835943435F9}"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55" name="PlaceHolder 5"/>
          <p:cNvSpPr>
            <a:spLocks noGrp="1"/>
          </p:cNvSpPr>
          <p:nvPr>
            <p:ph type="dt" idx="78"/>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45">
    <p:spTree>
      <p:nvGrpSpPr>
        <p:cNvPr id="1" name=""/>
        <p:cNvGrpSpPr/>
        <p:nvPr/>
      </p:nvGrpSpPr>
      <p:grpSpPr>
        <a:xfrm>
          <a:off x="0" y="0"/>
          <a:ext cx="0" cy="0"/>
          <a:chOff x="0" y="0"/>
          <a:chExt cx="0" cy="0"/>
        </a:xfrm>
      </p:grpSpPr>
      <p:sp>
        <p:nvSpPr>
          <p:cNvPr id="156"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57"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58" name="PlaceHolder 3"/>
          <p:cNvSpPr>
            <a:spLocks noGrp="1"/>
          </p:cNvSpPr>
          <p:nvPr>
            <p:ph type="ftr" idx="79"/>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59" name="PlaceHolder 4"/>
          <p:cNvSpPr>
            <a:spLocks noGrp="1"/>
          </p:cNvSpPr>
          <p:nvPr>
            <p:ph type="sldNum" idx="80"/>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DEE9DC52-71A4-419E-8B6C-AC1F44BC7E46}"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60" name="PlaceHolder 5"/>
          <p:cNvSpPr>
            <a:spLocks noGrp="1"/>
          </p:cNvSpPr>
          <p:nvPr>
            <p:ph type="dt" idx="81"/>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2">
    <p:spTree>
      <p:nvGrpSpPr>
        <p:cNvPr id="1" name=""/>
        <p:cNvGrpSpPr/>
        <p:nvPr/>
      </p:nvGrpSpPr>
      <p:grpSpPr>
        <a:xfrm>
          <a:off x="0" y="0"/>
          <a:ext cx="0" cy="0"/>
          <a:chOff x="0" y="0"/>
          <a:chExt cx="0" cy="0"/>
        </a:xfrm>
      </p:grpSpPr>
      <p:sp>
        <p:nvSpPr>
          <p:cNvPr id="161"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62"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63" name="PlaceHolder 3"/>
          <p:cNvSpPr>
            <a:spLocks noGrp="1"/>
          </p:cNvSpPr>
          <p:nvPr>
            <p:ph type="ftr" idx="82"/>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64" name="PlaceHolder 4"/>
          <p:cNvSpPr>
            <a:spLocks noGrp="1"/>
          </p:cNvSpPr>
          <p:nvPr>
            <p:ph type="sldNum" idx="83"/>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49AE7491-F249-4D26-A67B-D2FDA37BED9A}"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65" name="PlaceHolder 5"/>
          <p:cNvSpPr>
            <a:spLocks noGrp="1"/>
          </p:cNvSpPr>
          <p:nvPr>
            <p:ph type="dt" idx="84"/>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41">
    <p:spTree>
      <p:nvGrpSpPr>
        <p:cNvPr id="1" name=""/>
        <p:cNvGrpSpPr/>
        <p:nvPr/>
      </p:nvGrpSpPr>
      <p:grpSpPr>
        <a:xfrm>
          <a:off x="0" y="0"/>
          <a:ext cx="0" cy="0"/>
          <a:chOff x="0" y="0"/>
          <a:chExt cx="0" cy="0"/>
        </a:xfrm>
      </p:grpSpPr>
      <p:sp>
        <p:nvSpPr>
          <p:cNvPr id="166"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67"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68" name="PlaceHolder 3"/>
          <p:cNvSpPr>
            <a:spLocks noGrp="1"/>
          </p:cNvSpPr>
          <p:nvPr>
            <p:ph type="ftr" idx="85"/>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69" name="PlaceHolder 4"/>
          <p:cNvSpPr>
            <a:spLocks noGrp="1"/>
          </p:cNvSpPr>
          <p:nvPr>
            <p:ph type="sldNum" idx="86"/>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37481042-55E0-420C-BA80-B7E583BC9857}"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70" name="PlaceHolder 5"/>
          <p:cNvSpPr>
            <a:spLocks noGrp="1"/>
          </p:cNvSpPr>
          <p:nvPr>
            <p:ph type="dt" idx="87"/>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8">
    <p:spTree>
      <p:nvGrpSpPr>
        <p:cNvPr id="1" name=""/>
        <p:cNvGrpSpPr/>
        <p:nvPr/>
      </p:nvGrpSpPr>
      <p:grpSpPr>
        <a:xfrm>
          <a:off x="0" y="0"/>
          <a:ext cx="0" cy="0"/>
          <a:chOff x="0" y="0"/>
          <a:chExt cx="0" cy="0"/>
        </a:xfrm>
      </p:grpSpPr>
      <p:sp>
        <p:nvSpPr>
          <p:cNvPr id="171"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72"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73" name="PlaceHolder 3"/>
          <p:cNvSpPr>
            <a:spLocks noGrp="1"/>
          </p:cNvSpPr>
          <p:nvPr>
            <p:ph type="ftr" idx="88"/>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74" name="PlaceHolder 4"/>
          <p:cNvSpPr>
            <a:spLocks noGrp="1"/>
          </p:cNvSpPr>
          <p:nvPr>
            <p:ph type="sldNum" idx="89"/>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1E2B1A23-2EEC-4D8A-8986-A3055BF92BF8}"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75" name="PlaceHolder 5"/>
          <p:cNvSpPr>
            <a:spLocks noGrp="1"/>
          </p:cNvSpPr>
          <p:nvPr>
            <p:ph type="dt" idx="90"/>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9">
    <p:spTree>
      <p:nvGrpSpPr>
        <p:cNvPr id="1" name=""/>
        <p:cNvGrpSpPr/>
        <p:nvPr/>
      </p:nvGrpSpPr>
      <p:grpSpPr>
        <a:xfrm>
          <a:off x="0" y="0"/>
          <a:ext cx="0" cy="0"/>
          <a:chOff x="0" y="0"/>
          <a:chExt cx="0" cy="0"/>
        </a:xfrm>
      </p:grpSpPr>
      <p:sp>
        <p:nvSpPr>
          <p:cNvPr id="176"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77"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78" name="PlaceHolder 3"/>
          <p:cNvSpPr>
            <a:spLocks noGrp="1"/>
          </p:cNvSpPr>
          <p:nvPr>
            <p:ph type="ftr" idx="91"/>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79" name="PlaceHolder 4"/>
          <p:cNvSpPr>
            <a:spLocks noGrp="1"/>
          </p:cNvSpPr>
          <p:nvPr>
            <p:ph type="sldNum" idx="92"/>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D507CD2D-E4C0-41BC-8D57-5894A82823C4}"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80" name="PlaceHolder 5"/>
          <p:cNvSpPr>
            <a:spLocks noGrp="1"/>
          </p:cNvSpPr>
          <p:nvPr>
            <p:ph type="dt" idx="93"/>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8">
    <p:spTree>
      <p:nvGrpSpPr>
        <p:cNvPr id="1" name=""/>
        <p:cNvGrpSpPr/>
        <p:nvPr/>
      </p:nvGrpSpPr>
      <p:grpSpPr>
        <a:xfrm>
          <a:off x="0" y="0"/>
          <a:ext cx="0" cy="0"/>
          <a:chOff x="0" y="0"/>
          <a:chExt cx="0" cy="0"/>
        </a:xfrm>
      </p:grpSpPr>
      <p:sp>
        <p:nvSpPr>
          <p:cNvPr id="181"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82"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83" name="PlaceHolder 3"/>
          <p:cNvSpPr>
            <a:spLocks noGrp="1"/>
          </p:cNvSpPr>
          <p:nvPr>
            <p:ph type="ftr" idx="94"/>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84" name="PlaceHolder 4"/>
          <p:cNvSpPr>
            <a:spLocks noGrp="1"/>
          </p:cNvSpPr>
          <p:nvPr>
            <p:ph type="sldNum" idx="95"/>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8CD7EC93-373B-44CA-8ACC-2AB9764B29C1}"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85" name="PlaceHolder 5"/>
          <p:cNvSpPr>
            <a:spLocks noGrp="1"/>
          </p:cNvSpPr>
          <p:nvPr>
            <p:ph type="dt" idx="96"/>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22">
    <p:spTree>
      <p:nvGrpSpPr>
        <p:cNvPr id="1" name=""/>
        <p:cNvGrpSpPr/>
        <p:nvPr/>
      </p:nvGrpSpPr>
      <p:grpSpPr>
        <a:xfrm>
          <a:off x="0" y="0"/>
          <a:ext cx="0" cy="0"/>
          <a:chOff x="0" y="0"/>
          <a:chExt cx="0" cy="0"/>
        </a:xfrm>
      </p:grpSpPr>
      <p:sp>
        <p:nvSpPr>
          <p:cNvPr id="186"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87"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88" name="PlaceHolder 3"/>
          <p:cNvSpPr>
            <a:spLocks noGrp="1"/>
          </p:cNvSpPr>
          <p:nvPr>
            <p:ph type="ftr" idx="97"/>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89" name="PlaceHolder 4"/>
          <p:cNvSpPr>
            <a:spLocks noGrp="1"/>
          </p:cNvSpPr>
          <p:nvPr>
            <p:ph type="sldNum" idx="98"/>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CD2346DF-85C8-4268-AB4A-6F99D5690B7A}"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90" name="PlaceHolder 5"/>
          <p:cNvSpPr>
            <a:spLocks noGrp="1"/>
          </p:cNvSpPr>
          <p:nvPr>
            <p:ph type="dt" idx="99"/>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46">
    <p:spTree>
      <p:nvGrpSpPr>
        <p:cNvPr id="1" name=""/>
        <p:cNvGrpSpPr/>
        <p:nvPr/>
      </p:nvGrpSpPr>
      <p:grpSpPr>
        <a:xfrm>
          <a:off x="0" y="0"/>
          <a:ext cx="0" cy="0"/>
          <a:chOff x="0" y="0"/>
          <a:chExt cx="0" cy="0"/>
        </a:xfrm>
      </p:grpSpPr>
      <p:sp>
        <p:nvSpPr>
          <p:cNvPr id="191"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92"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93" name="PlaceHolder 3"/>
          <p:cNvSpPr>
            <a:spLocks noGrp="1"/>
          </p:cNvSpPr>
          <p:nvPr>
            <p:ph type="ftr" idx="100"/>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94" name="PlaceHolder 4"/>
          <p:cNvSpPr>
            <a:spLocks noGrp="1"/>
          </p:cNvSpPr>
          <p:nvPr>
            <p:ph type="sldNum" idx="101"/>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456066E0-D875-4440-84C9-8A102F338C4F}"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95" name="PlaceHolder 5"/>
          <p:cNvSpPr>
            <a:spLocks noGrp="1"/>
          </p:cNvSpPr>
          <p:nvPr>
            <p:ph type="dt" idx="102"/>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29">
    <p:spTree>
      <p:nvGrpSpPr>
        <p:cNvPr id="1" name=""/>
        <p:cNvGrpSpPr/>
        <p:nvPr/>
      </p:nvGrpSpPr>
      <p:grpSpPr>
        <a:xfrm>
          <a:off x="0" y="0"/>
          <a:ext cx="0" cy="0"/>
          <a:chOff x="0" y="0"/>
          <a:chExt cx="0" cy="0"/>
        </a:xfrm>
      </p:grpSpPr>
      <p:sp>
        <p:nvSpPr>
          <p:cNvPr id="196"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97" name="PlaceHolder 2"/>
          <p:cNvSpPr>
            <a:spLocks noGrp="1"/>
          </p:cNvSpPr>
          <p:nvPr>
            <p:ph type="ftr" idx="103"/>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98" name="PlaceHolder 3"/>
          <p:cNvSpPr>
            <a:spLocks noGrp="1"/>
          </p:cNvSpPr>
          <p:nvPr>
            <p:ph type="sldNum" idx="104"/>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2A123C58-7622-4D67-AA2F-7B156A683179}"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99" name="PlaceHolder 4"/>
          <p:cNvSpPr>
            <a:spLocks noGrp="1"/>
          </p:cNvSpPr>
          <p:nvPr>
            <p:ph type="dt" idx="105"/>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33">
    <p:spTree>
      <p:nvGrpSpPr>
        <p:cNvPr id="1" name=""/>
        <p:cNvGrpSpPr/>
        <p:nvPr/>
      </p:nvGrpSpPr>
      <p:grpSpPr>
        <a:xfrm>
          <a:off x="0" y="0"/>
          <a:ext cx="0" cy="0"/>
          <a:chOff x="0" y="0"/>
          <a:chExt cx="0" cy="0"/>
        </a:xfrm>
      </p:grpSpPr>
      <p:sp>
        <p:nvSpPr>
          <p:cNvPr id="200"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01"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02" name="PlaceHolder 3"/>
          <p:cNvSpPr>
            <a:spLocks noGrp="1"/>
          </p:cNvSpPr>
          <p:nvPr>
            <p:ph type="ftr" idx="106"/>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03" name="PlaceHolder 4"/>
          <p:cNvSpPr>
            <a:spLocks noGrp="1"/>
          </p:cNvSpPr>
          <p:nvPr>
            <p:ph type="sldNum" idx="107"/>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B7C2AC57-23D0-4C69-AEC2-F6BF6FFACC05}"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04" name="PlaceHolder 5"/>
          <p:cNvSpPr>
            <a:spLocks noGrp="1"/>
          </p:cNvSpPr>
          <p:nvPr>
            <p:ph type="dt" idx="108"/>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5">
    <p:spTree>
      <p:nvGrpSpPr>
        <p:cNvPr id="1" name=""/>
        <p:cNvGrpSpPr/>
        <p:nvPr/>
      </p:nvGrpSpPr>
      <p:grpSpPr>
        <a:xfrm>
          <a:off x="0" y="0"/>
          <a:ext cx="0" cy="0"/>
          <a:chOff x="0" y="0"/>
          <a:chExt cx="0" cy="0"/>
        </a:xfrm>
      </p:grpSpPr>
      <p:sp>
        <p:nvSpPr>
          <p:cNvPr id="205"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06"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07" name="PlaceHolder 3"/>
          <p:cNvSpPr>
            <a:spLocks noGrp="1"/>
          </p:cNvSpPr>
          <p:nvPr>
            <p:ph type="ftr" idx="109"/>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08" name="PlaceHolder 4"/>
          <p:cNvSpPr>
            <a:spLocks noGrp="1"/>
          </p:cNvSpPr>
          <p:nvPr>
            <p:ph type="sldNum" idx="110"/>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B87C1B95-0815-4669-BA17-09F6F52E2145}"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09" name="PlaceHolder 5"/>
          <p:cNvSpPr>
            <a:spLocks noGrp="1"/>
          </p:cNvSpPr>
          <p:nvPr>
            <p:ph type="dt" idx="111"/>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0">
    <p:spTree>
      <p:nvGrpSpPr>
        <p:cNvPr id="1" name=""/>
        <p:cNvGrpSpPr/>
        <p:nvPr/>
      </p:nvGrpSpPr>
      <p:grpSpPr>
        <a:xfrm>
          <a:off x="0" y="0"/>
          <a:ext cx="0" cy="0"/>
          <a:chOff x="0" y="0"/>
          <a:chExt cx="0" cy="0"/>
        </a:xfrm>
      </p:grpSpPr>
      <p:sp>
        <p:nvSpPr>
          <p:cNvPr id="210"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11"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12" name="PlaceHolder 3"/>
          <p:cNvSpPr>
            <a:spLocks noGrp="1"/>
          </p:cNvSpPr>
          <p:nvPr>
            <p:ph type="ftr" idx="112"/>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13" name="PlaceHolder 4"/>
          <p:cNvSpPr>
            <a:spLocks noGrp="1"/>
          </p:cNvSpPr>
          <p:nvPr>
            <p:ph type="sldNum" idx="113"/>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0853CD16-7A6D-46FF-95A0-31669484E8F6}"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14" name="PlaceHolder 5"/>
          <p:cNvSpPr>
            <a:spLocks noGrp="1"/>
          </p:cNvSpPr>
          <p:nvPr>
            <p:ph type="dt" idx="114"/>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3">
    <p:spTree>
      <p:nvGrpSpPr>
        <p:cNvPr id="1" name=""/>
        <p:cNvGrpSpPr/>
        <p:nvPr/>
      </p:nvGrpSpPr>
      <p:grpSpPr>
        <a:xfrm>
          <a:off x="0" y="0"/>
          <a:ext cx="0" cy="0"/>
          <a:chOff x="0" y="0"/>
          <a:chExt cx="0" cy="0"/>
        </a:xfrm>
      </p:grpSpPr>
      <p:sp>
        <p:nvSpPr>
          <p:cNvPr id="215"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16"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17" name="PlaceHolder 3"/>
          <p:cNvSpPr>
            <a:spLocks noGrp="1"/>
          </p:cNvSpPr>
          <p:nvPr>
            <p:ph type="ftr" idx="115"/>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18" name="PlaceHolder 4"/>
          <p:cNvSpPr>
            <a:spLocks noGrp="1"/>
          </p:cNvSpPr>
          <p:nvPr>
            <p:ph type="sldNum" idx="116"/>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DBDC56B5-5F34-4D0D-B47F-7B7C8662466D}"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19" name="PlaceHolder 5"/>
          <p:cNvSpPr>
            <a:spLocks noGrp="1"/>
          </p:cNvSpPr>
          <p:nvPr>
            <p:ph type="dt" idx="117"/>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3">
    <p:spTree>
      <p:nvGrpSpPr>
        <p:cNvPr id="1" name=""/>
        <p:cNvGrpSpPr/>
        <p:nvPr/>
      </p:nvGrpSpPr>
      <p:grpSpPr>
        <a:xfrm>
          <a:off x="0" y="0"/>
          <a:ext cx="0" cy="0"/>
          <a:chOff x="0" y="0"/>
          <a:chExt cx="0" cy="0"/>
        </a:xfrm>
      </p:grpSpPr>
      <p:sp>
        <p:nvSpPr>
          <p:cNvPr id="220"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21"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22" name="PlaceHolder 3"/>
          <p:cNvSpPr>
            <a:spLocks noGrp="1"/>
          </p:cNvSpPr>
          <p:nvPr>
            <p:ph type="ftr" idx="118"/>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23" name="PlaceHolder 4"/>
          <p:cNvSpPr>
            <a:spLocks noGrp="1"/>
          </p:cNvSpPr>
          <p:nvPr>
            <p:ph type="sldNum" idx="119"/>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D6945A39-7AC6-4CB9-AE90-6485AF625FD2}"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24" name="PlaceHolder 5"/>
          <p:cNvSpPr>
            <a:spLocks noGrp="1"/>
          </p:cNvSpPr>
          <p:nvPr>
            <p:ph type="dt" idx="120"/>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3">
    <p:spTree>
      <p:nvGrpSpPr>
        <p:cNvPr id="1" name=""/>
        <p:cNvGrpSpPr/>
        <p:nvPr/>
      </p:nvGrpSpPr>
      <p:grpSpPr>
        <a:xfrm>
          <a:off x="0" y="0"/>
          <a:ext cx="0" cy="0"/>
          <a:chOff x="0" y="0"/>
          <a:chExt cx="0" cy="0"/>
        </a:xfrm>
      </p:grpSpPr>
      <p:sp>
        <p:nvSpPr>
          <p:cNvPr id="225"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26"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27" name="PlaceHolder 3"/>
          <p:cNvSpPr>
            <a:spLocks noGrp="1"/>
          </p:cNvSpPr>
          <p:nvPr>
            <p:ph type="ftr" idx="121"/>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28" name="PlaceHolder 4"/>
          <p:cNvSpPr>
            <a:spLocks noGrp="1"/>
          </p:cNvSpPr>
          <p:nvPr>
            <p:ph type="sldNum" idx="122"/>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39F443F2-4B68-4AA2-BDDA-07E64F4DB933}"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29" name="PlaceHolder 5"/>
          <p:cNvSpPr>
            <a:spLocks noGrp="1"/>
          </p:cNvSpPr>
          <p:nvPr>
            <p:ph type="dt" idx="123"/>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6">
    <p:spTree>
      <p:nvGrpSpPr>
        <p:cNvPr id="1" name=""/>
        <p:cNvGrpSpPr/>
        <p:nvPr/>
      </p:nvGrpSpPr>
      <p:grpSpPr>
        <a:xfrm>
          <a:off x="0" y="0"/>
          <a:ext cx="0" cy="0"/>
          <a:chOff x="0" y="0"/>
          <a:chExt cx="0" cy="0"/>
        </a:xfrm>
      </p:grpSpPr>
      <p:sp>
        <p:nvSpPr>
          <p:cNvPr id="230"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31"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32" name="PlaceHolder 3"/>
          <p:cNvSpPr>
            <a:spLocks noGrp="1"/>
          </p:cNvSpPr>
          <p:nvPr>
            <p:ph type="ftr" idx="124"/>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33" name="PlaceHolder 4"/>
          <p:cNvSpPr>
            <a:spLocks noGrp="1"/>
          </p:cNvSpPr>
          <p:nvPr>
            <p:ph type="sldNum" idx="125"/>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67788BC4-B641-4194-8898-F25E4593A62B}"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34" name="PlaceHolder 5"/>
          <p:cNvSpPr>
            <a:spLocks noGrp="1"/>
          </p:cNvSpPr>
          <p:nvPr>
            <p:ph type="dt" idx="126"/>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27">
    <p:spTree>
      <p:nvGrpSpPr>
        <p:cNvPr id="1" name=""/>
        <p:cNvGrpSpPr/>
        <p:nvPr/>
      </p:nvGrpSpPr>
      <p:grpSpPr>
        <a:xfrm>
          <a:off x="0" y="0"/>
          <a:ext cx="0" cy="0"/>
          <a:chOff x="0" y="0"/>
          <a:chExt cx="0" cy="0"/>
        </a:xfrm>
      </p:grpSpPr>
      <p:sp>
        <p:nvSpPr>
          <p:cNvPr id="235"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36"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37" name="PlaceHolder 3"/>
          <p:cNvSpPr>
            <a:spLocks noGrp="1"/>
          </p:cNvSpPr>
          <p:nvPr>
            <p:ph type="ftr" idx="127"/>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38" name="PlaceHolder 4"/>
          <p:cNvSpPr>
            <a:spLocks noGrp="1"/>
          </p:cNvSpPr>
          <p:nvPr>
            <p:ph type="sldNum" idx="128"/>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B00DE411-6C43-496B-B9F3-34E30E719C89}"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39" name="PlaceHolder 5"/>
          <p:cNvSpPr>
            <a:spLocks noGrp="1"/>
          </p:cNvSpPr>
          <p:nvPr>
            <p:ph type="dt" idx="129"/>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42">
    <p:spTree>
      <p:nvGrpSpPr>
        <p:cNvPr id="1" name=""/>
        <p:cNvGrpSpPr/>
        <p:nvPr/>
      </p:nvGrpSpPr>
      <p:grpSpPr>
        <a:xfrm>
          <a:off x="0" y="0"/>
          <a:ext cx="0" cy="0"/>
          <a:chOff x="0" y="0"/>
          <a:chExt cx="0" cy="0"/>
        </a:xfrm>
      </p:grpSpPr>
      <p:sp>
        <p:nvSpPr>
          <p:cNvPr id="240"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41"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42" name="PlaceHolder 3"/>
          <p:cNvSpPr>
            <a:spLocks noGrp="1"/>
          </p:cNvSpPr>
          <p:nvPr>
            <p:ph type="ftr" idx="130"/>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43" name="PlaceHolder 4"/>
          <p:cNvSpPr>
            <a:spLocks noGrp="1"/>
          </p:cNvSpPr>
          <p:nvPr>
            <p:ph type="sldNum" idx="131"/>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02CF4EF2-A71E-41C1-B00E-B01F6DCA7B88}"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44" name="PlaceHolder 5"/>
          <p:cNvSpPr>
            <a:spLocks noGrp="1"/>
          </p:cNvSpPr>
          <p:nvPr>
            <p:ph type="dt" idx="132"/>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32">
    <p:spTree>
      <p:nvGrpSpPr>
        <p:cNvPr id="1" name=""/>
        <p:cNvGrpSpPr/>
        <p:nvPr/>
      </p:nvGrpSpPr>
      <p:grpSpPr>
        <a:xfrm>
          <a:off x="0" y="0"/>
          <a:ext cx="0" cy="0"/>
          <a:chOff x="0" y="0"/>
          <a:chExt cx="0" cy="0"/>
        </a:xfrm>
      </p:grpSpPr>
      <p:sp>
        <p:nvSpPr>
          <p:cNvPr id="245"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46"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47" name="PlaceHolder 3"/>
          <p:cNvSpPr>
            <a:spLocks noGrp="1"/>
          </p:cNvSpPr>
          <p:nvPr>
            <p:ph type="ftr" idx="133"/>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48" name="PlaceHolder 4"/>
          <p:cNvSpPr>
            <a:spLocks noGrp="1"/>
          </p:cNvSpPr>
          <p:nvPr>
            <p:ph type="sldNum" idx="134"/>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DAEEBE05-49DE-440B-9BEA-90754D00A9B0}"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49" name="PlaceHolder 5"/>
          <p:cNvSpPr>
            <a:spLocks noGrp="1"/>
          </p:cNvSpPr>
          <p:nvPr>
            <p:ph type="dt" idx="135"/>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38">
    <p:spTree>
      <p:nvGrpSpPr>
        <p:cNvPr id="1" name=""/>
        <p:cNvGrpSpPr/>
        <p:nvPr/>
      </p:nvGrpSpPr>
      <p:grpSpPr>
        <a:xfrm>
          <a:off x="0" y="0"/>
          <a:ext cx="0" cy="0"/>
          <a:chOff x="0" y="0"/>
          <a:chExt cx="0" cy="0"/>
        </a:xfrm>
      </p:grpSpPr>
      <p:sp>
        <p:nvSpPr>
          <p:cNvPr id="250"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51"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52" name="PlaceHolder 3"/>
          <p:cNvSpPr>
            <a:spLocks noGrp="1"/>
          </p:cNvSpPr>
          <p:nvPr>
            <p:ph type="ftr" idx="136"/>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53" name="PlaceHolder 4"/>
          <p:cNvSpPr>
            <a:spLocks noGrp="1"/>
          </p:cNvSpPr>
          <p:nvPr>
            <p:ph type="sldNum" idx="137"/>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33DA7A6E-F1BF-497F-A228-201A234721C1}"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54" name="PlaceHolder 5"/>
          <p:cNvSpPr>
            <a:spLocks noGrp="1"/>
          </p:cNvSpPr>
          <p:nvPr>
            <p:ph type="dt" idx="138"/>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43">
    <p:spTree>
      <p:nvGrpSpPr>
        <p:cNvPr id="1" name=""/>
        <p:cNvGrpSpPr/>
        <p:nvPr/>
      </p:nvGrpSpPr>
      <p:grpSpPr>
        <a:xfrm>
          <a:off x="0" y="0"/>
          <a:ext cx="0" cy="0"/>
          <a:chOff x="0" y="0"/>
          <a:chExt cx="0" cy="0"/>
        </a:xfrm>
      </p:grpSpPr>
      <p:sp>
        <p:nvSpPr>
          <p:cNvPr id="255"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56"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57" name="PlaceHolder 3"/>
          <p:cNvSpPr>
            <a:spLocks noGrp="1"/>
          </p:cNvSpPr>
          <p:nvPr>
            <p:ph type="ftr" idx="139"/>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58" name="PlaceHolder 4"/>
          <p:cNvSpPr>
            <a:spLocks noGrp="1"/>
          </p:cNvSpPr>
          <p:nvPr>
            <p:ph type="sldNum" idx="140"/>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A773FFEB-2C68-4BA8-B45F-107D18F247CF}"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59" name="PlaceHolder 5"/>
          <p:cNvSpPr>
            <a:spLocks noGrp="1"/>
          </p:cNvSpPr>
          <p:nvPr>
            <p:ph type="dt" idx="141"/>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7">
    <p:spTree>
      <p:nvGrpSpPr>
        <p:cNvPr id="1" name=""/>
        <p:cNvGrpSpPr/>
        <p:nvPr/>
      </p:nvGrpSpPr>
      <p:grpSpPr>
        <a:xfrm>
          <a:off x="0" y="0"/>
          <a:ext cx="0" cy="0"/>
          <a:chOff x="0" y="0"/>
          <a:chExt cx="0" cy="0"/>
        </a:xfrm>
      </p:grpSpPr>
      <p:sp>
        <p:nvSpPr>
          <p:cNvPr id="260"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61"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62" name="PlaceHolder 3"/>
          <p:cNvSpPr>
            <a:spLocks noGrp="1"/>
          </p:cNvSpPr>
          <p:nvPr>
            <p:ph type="ftr" idx="142"/>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63" name="PlaceHolder 4"/>
          <p:cNvSpPr>
            <a:spLocks noGrp="1"/>
          </p:cNvSpPr>
          <p:nvPr>
            <p:ph type="sldNum" idx="143"/>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3FC5A798-C5EE-474B-954C-D1CD6F7CB4AF}"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64" name="PlaceHolder 5"/>
          <p:cNvSpPr>
            <a:spLocks noGrp="1"/>
          </p:cNvSpPr>
          <p:nvPr>
            <p:ph type="dt" idx="144"/>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47">
    <p:spTree>
      <p:nvGrpSpPr>
        <p:cNvPr id="1" name=""/>
        <p:cNvGrpSpPr/>
        <p:nvPr/>
      </p:nvGrpSpPr>
      <p:grpSpPr>
        <a:xfrm>
          <a:off x="0" y="0"/>
          <a:ext cx="0" cy="0"/>
          <a:chOff x="0" y="0"/>
          <a:chExt cx="0" cy="0"/>
        </a:xfrm>
      </p:grpSpPr>
      <p:sp>
        <p:nvSpPr>
          <p:cNvPr id="265" name="PlaceHolder 1"/>
          <p:cNvSpPr>
            <a:spLocks noGrp="1"/>
          </p:cNvSpPr>
          <p:nvPr>
            <p:ph type="title"/>
          </p:nvPr>
        </p:nvSpPr>
        <p:spPr>
          <a:xfrm>
            <a:off x="504000" y="555480"/>
            <a:ext cx="903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66"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67" name="PlaceHolder 3"/>
          <p:cNvSpPr>
            <a:spLocks noGrp="1"/>
          </p:cNvSpPr>
          <p:nvPr>
            <p:ph type="ftr" idx="145"/>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68" name="PlaceHolder 4"/>
          <p:cNvSpPr>
            <a:spLocks noGrp="1"/>
          </p:cNvSpPr>
          <p:nvPr>
            <p:ph type="sldNum" idx="146"/>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BC25512F-7476-4D56-899B-579F342673EE}"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69" name="PlaceHolder 5"/>
          <p:cNvSpPr>
            <a:spLocks noGrp="1"/>
          </p:cNvSpPr>
          <p:nvPr>
            <p:ph type="dt" idx="147"/>
          </p:nvPr>
        </p:nvSpPr>
        <p:spPr>
          <a:xfrm>
            <a:off x="504000" y="5165280"/>
            <a:ext cx="2313720" cy="35604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48">
    <p:spTree>
      <p:nvGrpSpPr>
        <p:cNvPr id="1" name=""/>
        <p:cNvGrpSpPr/>
        <p:nvPr/>
      </p:nvGrpSpPr>
      <p:grpSpPr>
        <a:xfrm>
          <a:off x="0" y="0"/>
          <a:ext cx="0" cy="0"/>
          <a:chOff x="0" y="0"/>
          <a:chExt cx="0" cy="0"/>
        </a:xfrm>
      </p:grpSpPr>
      <p:sp>
        <p:nvSpPr>
          <p:cNvPr id="274"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275" name="PlaceHolder 2"/>
          <p:cNvSpPr>
            <a:spLocks noGrp="1"/>
          </p:cNvSpPr>
          <p:nvPr>
            <p:ph type="subTitle"/>
          </p:nvPr>
        </p:nvSpPr>
        <p:spPr>
          <a:xfrm>
            <a:off x="504000" y="1326600"/>
            <a:ext cx="9037800" cy="325440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48"/>
          </p:nvPr>
        </p:nvSpPr>
        <p:spPr/>
        <p:txBody>
          <a:bodyPr/>
          <a:p>
            <a:r>
              <a:t>Footer</a:t>
            </a:r>
          </a:p>
        </p:txBody>
      </p:sp>
      <p:sp>
        <p:nvSpPr>
          <p:cNvPr id="5" name="PlaceHolder 4"/>
          <p:cNvSpPr>
            <a:spLocks noGrp="1"/>
          </p:cNvSpPr>
          <p:nvPr>
            <p:ph type="sldNum" idx="149"/>
          </p:nvPr>
        </p:nvSpPr>
        <p:spPr/>
        <p:txBody>
          <a:bodyPr/>
          <a:p>
            <a:fld id="{FC6EF8A7-B473-4734-8D5C-40B8EA468D4F}" type="slidenum">
              <a:t>&lt;#&gt;</a:t>
            </a:fld>
          </a:p>
        </p:txBody>
      </p:sp>
      <p:sp>
        <p:nvSpPr>
          <p:cNvPr id="6" name="PlaceHolder 5"/>
          <p:cNvSpPr>
            <a:spLocks noGrp="1"/>
          </p:cNvSpPr>
          <p:nvPr>
            <p:ph type="dt" idx="150"/>
          </p:nvPr>
        </p:nvSpPr>
        <p:spPr/>
        <p:txBody>
          <a:bodyPr/>
          <a:p>
            <a:r>
              <a:rPr lang="en-US"/>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49">
    <p:spTree>
      <p:nvGrpSpPr>
        <p:cNvPr id="1" name=""/>
        <p:cNvGrpSpPr/>
        <p:nvPr/>
      </p:nvGrpSpPr>
      <p:grpSpPr>
        <a:xfrm>
          <a:off x="0" y="0"/>
          <a:ext cx="0" cy="0"/>
          <a:chOff x="0" y="0"/>
          <a:chExt cx="0" cy="0"/>
        </a:xfrm>
      </p:grpSpPr>
      <p:sp>
        <p:nvSpPr>
          <p:cNvPr id="280"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281" name="PlaceHolder 2"/>
          <p:cNvSpPr>
            <a:spLocks noGrp="1"/>
          </p:cNvSpPr>
          <p:nvPr>
            <p:ph type="subTitle"/>
          </p:nvPr>
        </p:nvSpPr>
        <p:spPr>
          <a:xfrm>
            <a:off x="504000" y="1326600"/>
            <a:ext cx="9037800" cy="325440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51"/>
          </p:nvPr>
        </p:nvSpPr>
        <p:spPr/>
        <p:txBody>
          <a:bodyPr/>
          <a:p>
            <a:r>
              <a:t>Footer</a:t>
            </a:r>
          </a:p>
        </p:txBody>
      </p:sp>
      <p:sp>
        <p:nvSpPr>
          <p:cNvPr id="5" name="PlaceHolder 4"/>
          <p:cNvSpPr>
            <a:spLocks noGrp="1"/>
          </p:cNvSpPr>
          <p:nvPr>
            <p:ph type="sldNum" idx="152"/>
          </p:nvPr>
        </p:nvSpPr>
        <p:spPr/>
        <p:txBody>
          <a:bodyPr/>
          <a:p>
            <a:fld id="{FA9AA4D9-58A7-4744-824B-EC892AFED0D2}" type="slidenum">
              <a:t>&lt;#&gt;</a:t>
            </a:fld>
          </a:p>
        </p:txBody>
      </p:sp>
      <p:sp>
        <p:nvSpPr>
          <p:cNvPr id="6" name="PlaceHolder 5"/>
          <p:cNvSpPr>
            <a:spLocks noGrp="1"/>
          </p:cNvSpPr>
          <p:nvPr>
            <p:ph type="dt" idx="153"/>
          </p:nvPr>
        </p:nvSpPr>
        <p:spPr/>
        <p:txBody>
          <a:bodyPr/>
          <a:p>
            <a:r>
              <a:rPr lang="en-US"/>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50">
    <p:spTree>
      <p:nvGrpSpPr>
        <p:cNvPr id="1" name=""/>
        <p:cNvGrpSpPr/>
        <p:nvPr/>
      </p:nvGrpSpPr>
      <p:grpSpPr>
        <a:xfrm>
          <a:off x="0" y="0"/>
          <a:ext cx="0" cy="0"/>
          <a:chOff x="0" y="0"/>
          <a:chExt cx="0" cy="0"/>
        </a:xfrm>
      </p:grpSpPr>
      <p:sp>
        <p:nvSpPr>
          <p:cNvPr id="286"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287" name="PlaceHolder 2"/>
          <p:cNvSpPr>
            <a:spLocks noGrp="1"/>
          </p:cNvSpPr>
          <p:nvPr>
            <p:ph type="subTitle"/>
          </p:nvPr>
        </p:nvSpPr>
        <p:spPr>
          <a:xfrm>
            <a:off x="504000" y="1326600"/>
            <a:ext cx="9037800" cy="325440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54"/>
          </p:nvPr>
        </p:nvSpPr>
        <p:spPr/>
        <p:txBody>
          <a:bodyPr/>
          <a:p>
            <a:r>
              <a:t>Footer</a:t>
            </a:r>
          </a:p>
        </p:txBody>
      </p:sp>
      <p:sp>
        <p:nvSpPr>
          <p:cNvPr id="5" name="PlaceHolder 4"/>
          <p:cNvSpPr>
            <a:spLocks noGrp="1"/>
          </p:cNvSpPr>
          <p:nvPr>
            <p:ph type="sldNum" idx="155"/>
          </p:nvPr>
        </p:nvSpPr>
        <p:spPr/>
        <p:txBody>
          <a:bodyPr/>
          <a:p>
            <a:fld id="{A221C38D-5394-408C-93EF-4EB7B28B4D70}" type="slidenum">
              <a:t>&lt;#&gt;</a:t>
            </a:fld>
          </a:p>
        </p:txBody>
      </p:sp>
      <p:sp>
        <p:nvSpPr>
          <p:cNvPr id="6" name="PlaceHolder 5"/>
          <p:cNvSpPr>
            <a:spLocks noGrp="1"/>
          </p:cNvSpPr>
          <p:nvPr>
            <p:ph type="dt" idx="156"/>
          </p:nvPr>
        </p:nvSpPr>
        <p:spPr/>
        <p:txBody>
          <a:bodyPr/>
          <a:p>
            <a:r>
              <a:rPr lang="en-US"/>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51">
    <p:spTree>
      <p:nvGrpSpPr>
        <p:cNvPr id="1" name=""/>
        <p:cNvGrpSpPr/>
        <p:nvPr/>
      </p:nvGrpSpPr>
      <p:grpSpPr>
        <a:xfrm>
          <a:off x="0" y="0"/>
          <a:ext cx="0" cy="0"/>
          <a:chOff x="0" y="0"/>
          <a:chExt cx="0" cy="0"/>
        </a:xfrm>
      </p:grpSpPr>
      <p:sp>
        <p:nvSpPr>
          <p:cNvPr id="292"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293" name="PlaceHolder 2"/>
          <p:cNvSpPr>
            <a:spLocks noGrp="1"/>
          </p:cNvSpPr>
          <p:nvPr>
            <p:ph type="subTitle"/>
          </p:nvPr>
        </p:nvSpPr>
        <p:spPr>
          <a:xfrm>
            <a:off x="504000" y="1326600"/>
            <a:ext cx="9037800" cy="325440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57"/>
          </p:nvPr>
        </p:nvSpPr>
        <p:spPr/>
        <p:txBody>
          <a:bodyPr/>
          <a:p>
            <a:r>
              <a:t>Footer</a:t>
            </a:r>
          </a:p>
        </p:txBody>
      </p:sp>
      <p:sp>
        <p:nvSpPr>
          <p:cNvPr id="5" name="PlaceHolder 4"/>
          <p:cNvSpPr>
            <a:spLocks noGrp="1"/>
          </p:cNvSpPr>
          <p:nvPr>
            <p:ph type="sldNum" idx="158"/>
          </p:nvPr>
        </p:nvSpPr>
        <p:spPr/>
        <p:txBody>
          <a:bodyPr/>
          <a:p>
            <a:fld id="{CB587C6C-C8FC-4923-AB52-E4379598D6DD}" type="slidenum">
              <a:t>&lt;#&gt;</a:t>
            </a:fld>
          </a:p>
        </p:txBody>
      </p:sp>
      <p:sp>
        <p:nvSpPr>
          <p:cNvPr id="6" name="PlaceHolder 5"/>
          <p:cNvSpPr>
            <a:spLocks noGrp="1"/>
          </p:cNvSpPr>
          <p:nvPr>
            <p:ph type="dt" idx="159"/>
          </p:nvPr>
        </p:nvSpPr>
        <p:spPr/>
        <p:txBody>
          <a:bodyPr/>
          <a:p>
            <a:r>
              <a:rPr lang="en-US"/>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52">
    <p:spTree>
      <p:nvGrpSpPr>
        <p:cNvPr id="1" name=""/>
        <p:cNvGrpSpPr/>
        <p:nvPr/>
      </p:nvGrpSpPr>
      <p:grpSpPr>
        <a:xfrm>
          <a:off x="0" y="0"/>
          <a:ext cx="0" cy="0"/>
          <a:chOff x="0" y="0"/>
          <a:chExt cx="0" cy="0"/>
        </a:xfrm>
      </p:grpSpPr>
      <p:sp>
        <p:nvSpPr>
          <p:cNvPr id="298"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299" name="PlaceHolder 2"/>
          <p:cNvSpPr>
            <a:spLocks noGrp="1"/>
          </p:cNvSpPr>
          <p:nvPr>
            <p:ph type="subTitle"/>
          </p:nvPr>
        </p:nvSpPr>
        <p:spPr>
          <a:xfrm>
            <a:off x="504000" y="1326600"/>
            <a:ext cx="9037800" cy="325440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60"/>
          </p:nvPr>
        </p:nvSpPr>
        <p:spPr/>
        <p:txBody>
          <a:bodyPr/>
          <a:p>
            <a:r>
              <a:t>Footer</a:t>
            </a:r>
          </a:p>
        </p:txBody>
      </p:sp>
      <p:sp>
        <p:nvSpPr>
          <p:cNvPr id="5" name="PlaceHolder 4"/>
          <p:cNvSpPr>
            <a:spLocks noGrp="1"/>
          </p:cNvSpPr>
          <p:nvPr>
            <p:ph type="sldNum" idx="161"/>
          </p:nvPr>
        </p:nvSpPr>
        <p:spPr/>
        <p:txBody>
          <a:bodyPr/>
          <a:p>
            <a:fld id="{DA1923A5-B446-4678-ACA7-64E3797C245B}" type="slidenum">
              <a:t>&lt;#&gt;</a:t>
            </a:fld>
          </a:p>
        </p:txBody>
      </p:sp>
      <p:sp>
        <p:nvSpPr>
          <p:cNvPr id="6" name="PlaceHolder 5"/>
          <p:cNvSpPr>
            <a:spLocks noGrp="1"/>
          </p:cNvSpPr>
          <p:nvPr>
            <p:ph type="dt" idx="162"/>
          </p:nvPr>
        </p:nvSpPr>
        <p:spPr/>
        <p:txBody>
          <a:bodyPr/>
          <a:p>
            <a:r>
              <a:rPr lang="en-US"/>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53">
    <p:spTree>
      <p:nvGrpSpPr>
        <p:cNvPr id="1" name=""/>
        <p:cNvGrpSpPr/>
        <p:nvPr/>
      </p:nvGrpSpPr>
      <p:grpSpPr>
        <a:xfrm>
          <a:off x="0" y="0"/>
          <a:ext cx="0" cy="0"/>
          <a:chOff x="0" y="0"/>
          <a:chExt cx="0" cy="0"/>
        </a:xfrm>
      </p:grpSpPr>
      <p:sp>
        <p:nvSpPr>
          <p:cNvPr id="304"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05" name="PlaceHolder 2"/>
          <p:cNvSpPr>
            <a:spLocks noGrp="1"/>
          </p:cNvSpPr>
          <p:nvPr>
            <p:ph type="subTitle"/>
          </p:nvPr>
        </p:nvSpPr>
        <p:spPr>
          <a:xfrm>
            <a:off x="504000" y="1326600"/>
            <a:ext cx="9037800" cy="325440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63"/>
          </p:nvPr>
        </p:nvSpPr>
        <p:spPr/>
        <p:txBody>
          <a:bodyPr/>
          <a:p>
            <a:r>
              <a:t>Footer</a:t>
            </a:r>
          </a:p>
        </p:txBody>
      </p:sp>
      <p:sp>
        <p:nvSpPr>
          <p:cNvPr id="5" name="PlaceHolder 4"/>
          <p:cNvSpPr>
            <a:spLocks noGrp="1"/>
          </p:cNvSpPr>
          <p:nvPr>
            <p:ph type="sldNum" idx="164"/>
          </p:nvPr>
        </p:nvSpPr>
        <p:spPr/>
        <p:txBody>
          <a:bodyPr/>
          <a:p>
            <a:fld id="{E0C55B4B-5547-44C5-A11F-CFFDEC507961}" type="slidenum">
              <a:t>&lt;#&gt;</a:t>
            </a:fld>
          </a:p>
        </p:txBody>
      </p:sp>
      <p:sp>
        <p:nvSpPr>
          <p:cNvPr id="6" name="PlaceHolder 5"/>
          <p:cNvSpPr>
            <a:spLocks noGrp="1"/>
          </p:cNvSpPr>
          <p:nvPr>
            <p:ph type="dt" idx="165"/>
          </p:nvPr>
        </p:nvSpPr>
        <p:spPr/>
        <p:txBody>
          <a:bodyPr/>
          <a:p>
            <a:r>
              <a:rPr lang="en-US"/>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54">
    <p:spTree>
      <p:nvGrpSpPr>
        <p:cNvPr id="1" name=""/>
        <p:cNvGrpSpPr/>
        <p:nvPr/>
      </p:nvGrpSpPr>
      <p:grpSpPr>
        <a:xfrm>
          <a:off x="0" y="0"/>
          <a:ext cx="0" cy="0"/>
          <a:chOff x="0" y="0"/>
          <a:chExt cx="0" cy="0"/>
        </a:xfrm>
      </p:grpSpPr>
      <p:sp>
        <p:nvSpPr>
          <p:cNvPr id="310"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11" name="PlaceHolder 2"/>
          <p:cNvSpPr>
            <a:spLocks noGrp="1"/>
          </p:cNvSpPr>
          <p:nvPr>
            <p:ph type="subTitle"/>
          </p:nvPr>
        </p:nvSpPr>
        <p:spPr>
          <a:xfrm>
            <a:off x="504000" y="1326600"/>
            <a:ext cx="9037800" cy="325440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66"/>
          </p:nvPr>
        </p:nvSpPr>
        <p:spPr/>
        <p:txBody>
          <a:bodyPr/>
          <a:p>
            <a:r>
              <a:t>Footer</a:t>
            </a:r>
          </a:p>
        </p:txBody>
      </p:sp>
      <p:sp>
        <p:nvSpPr>
          <p:cNvPr id="5" name="PlaceHolder 4"/>
          <p:cNvSpPr>
            <a:spLocks noGrp="1"/>
          </p:cNvSpPr>
          <p:nvPr>
            <p:ph type="sldNum" idx="167"/>
          </p:nvPr>
        </p:nvSpPr>
        <p:spPr/>
        <p:txBody>
          <a:bodyPr/>
          <a:p>
            <a:fld id="{95CE07FD-6E1A-499B-92F2-C29B4B00103A}" type="slidenum">
              <a:t>&lt;#&gt;</a:t>
            </a:fld>
          </a:p>
        </p:txBody>
      </p:sp>
      <p:sp>
        <p:nvSpPr>
          <p:cNvPr id="6" name="PlaceHolder 5"/>
          <p:cNvSpPr>
            <a:spLocks noGrp="1"/>
          </p:cNvSpPr>
          <p:nvPr>
            <p:ph type="dt" idx="168"/>
          </p:nvPr>
        </p:nvSpPr>
        <p:spPr/>
        <p:txBody>
          <a:bodyPr/>
          <a:p>
            <a:r>
              <a:rPr lang="en-US"/>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55">
    <p:spTree>
      <p:nvGrpSpPr>
        <p:cNvPr id="1" name=""/>
        <p:cNvGrpSpPr/>
        <p:nvPr/>
      </p:nvGrpSpPr>
      <p:grpSpPr>
        <a:xfrm>
          <a:off x="0" y="0"/>
          <a:ext cx="0" cy="0"/>
          <a:chOff x="0" y="0"/>
          <a:chExt cx="0" cy="0"/>
        </a:xfrm>
      </p:grpSpPr>
      <p:sp>
        <p:nvSpPr>
          <p:cNvPr id="316"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17" name="PlaceHolder 2"/>
          <p:cNvSpPr>
            <a:spLocks noGrp="1"/>
          </p:cNvSpPr>
          <p:nvPr>
            <p:ph type="subTitle"/>
          </p:nvPr>
        </p:nvSpPr>
        <p:spPr>
          <a:xfrm>
            <a:off x="504000" y="1326600"/>
            <a:ext cx="9037800" cy="325440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69"/>
          </p:nvPr>
        </p:nvSpPr>
        <p:spPr/>
        <p:txBody>
          <a:bodyPr/>
          <a:p>
            <a:r>
              <a:t>Footer</a:t>
            </a:r>
          </a:p>
        </p:txBody>
      </p:sp>
      <p:sp>
        <p:nvSpPr>
          <p:cNvPr id="5" name="PlaceHolder 4"/>
          <p:cNvSpPr>
            <a:spLocks noGrp="1"/>
          </p:cNvSpPr>
          <p:nvPr>
            <p:ph type="sldNum" idx="170"/>
          </p:nvPr>
        </p:nvSpPr>
        <p:spPr/>
        <p:txBody>
          <a:bodyPr/>
          <a:p>
            <a:fld id="{008ED6FA-ACCF-468F-8FD5-7A2757768FCE}" type="slidenum">
              <a:t>&lt;#&gt;</a:t>
            </a:fld>
          </a:p>
        </p:txBody>
      </p:sp>
      <p:sp>
        <p:nvSpPr>
          <p:cNvPr id="6" name="PlaceHolder 5"/>
          <p:cNvSpPr>
            <a:spLocks noGrp="1"/>
          </p:cNvSpPr>
          <p:nvPr>
            <p:ph type="dt" idx="171"/>
          </p:nvPr>
        </p:nvSpPr>
        <p:spPr/>
        <p:txBody>
          <a:bodyPr/>
          <a:p>
            <a:r>
              <a:rPr lang="en-US"/>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56">
    <p:spTree>
      <p:nvGrpSpPr>
        <p:cNvPr id="1" name=""/>
        <p:cNvGrpSpPr/>
        <p:nvPr/>
      </p:nvGrpSpPr>
      <p:grpSpPr>
        <a:xfrm>
          <a:off x="0" y="0"/>
          <a:ext cx="0" cy="0"/>
          <a:chOff x="0" y="0"/>
          <a:chExt cx="0" cy="0"/>
        </a:xfrm>
      </p:grpSpPr>
      <p:sp>
        <p:nvSpPr>
          <p:cNvPr id="322"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23" name="PlaceHolder 2"/>
          <p:cNvSpPr>
            <a:spLocks noGrp="1"/>
          </p:cNvSpPr>
          <p:nvPr>
            <p:ph type="subTitle"/>
          </p:nvPr>
        </p:nvSpPr>
        <p:spPr>
          <a:xfrm>
            <a:off x="504000" y="1326600"/>
            <a:ext cx="9037800" cy="325440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72"/>
          </p:nvPr>
        </p:nvSpPr>
        <p:spPr/>
        <p:txBody>
          <a:bodyPr/>
          <a:p>
            <a:r>
              <a:t>Footer</a:t>
            </a:r>
          </a:p>
        </p:txBody>
      </p:sp>
      <p:sp>
        <p:nvSpPr>
          <p:cNvPr id="5" name="PlaceHolder 4"/>
          <p:cNvSpPr>
            <a:spLocks noGrp="1"/>
          </p:cNvSpPr>
          <p:nvPr>
            <p:ph type="sldNum" idx="173"/>
          </p:nvPr>
        </p:nvSpPr>
        <p:spPr/>
        <p:txBody>
          <a:bodyPr/>
          <a:p>
            <a:fld id="{832BE83C-18B5-498A-BFAE-7FE4B8E05221}" type="slidenum">
              <a:t>&lt;#&gt;</a:t>
            </a:fld>
          </a:p>
        </p:txBody>
      </p:sp>
      <p:sp>
        <p:nvSpPr>
          <p:cNvPr id="6" name="PlaceHolder 5"/>
          <p:cNvSpPr>
            <a:spLocks noGrp="1"/>
          </p:cNvSpPr>
          <p:nvPr>
            <p:ph type="dt" idx="174"/>
          </p:nvPr>
        </p:nvSpPr>
        <p:spPr/>
        <p:txBody>
          <a:bodyPr/>
          <a:p>
            <a:r>
              <a:rPr lang="en-US"/>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57">
    <p:spTree>
      <p:nvGrpSpPr>
        <p:cNvPr id="1" name=""/>
        <p:cNvGrpSpPr/>
        <p:nvPr/>
      </p:nvGrpSpPr>
      <p:grpSpPr>
        <a:xfrm>
          <a:off x="0" y="0"/>
          <a:ext cx="0" cy="0"/>
          <a:chOff x="0" y="0"/>
          <a:chExt cx="0" cy="0"/>
        </a:xfrm>
      </p:grpSpPr>
      <p:sp>
        <p:nvSpPr>
          <p:cNvPr id="328"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29" name="PlaceHolder 2"/>
          <p:cNvSpPr>
            <a:spLocks noGrp="1"/>
          </p:cNvSpPr>
          <p:nvPr>
            <p:ph type="subTitle"/>
          </p:nvPr>
        </p:nvSpPr>
        <p:spPr>
          <a:xfrm>
            <a:off x="504000" y="1326600"/>
            <a:ext cx="9037800" cy="325440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75"/>
          </p:nvPr>
        </p:nvSpPr>
        <p:spPr/>
        <p:txBody>
          <a:bodyPr/>
          <a:p>
            <a:r>
              <a:t>Footer</a:t>
            </a:r>
          </a:p>
        </p:txBody>
      </p:sp>
      <p:sp>
        <p:nvSpPr>
          <p:cNvPr id="5" name="PlaceHolder 4"/>
          <p:cNvSpPr>
            <a:spLocks noGrp="1"/>
          </p:cNvSpPr>
          <p:nvPr>
            <p:ph type="sldNum" idx="176"/>
          </p:nvPr>
        </p:nvSpPr>
        <p:spPr/>
        <p:txBody>
          <a:bodyPr/>
          <a:p>
            <a:fld id="{E9A5A529-EB30-4E70-9133-B47B6E6A45F7}" type="slidenum">
              <a:t>&lt;#&gt;</a:t>
            </a:fld>
          </a:p>
        </p:txBody>
      </p:sp>
      <p:sp>
        <p:nvSpPr>
          <p:cNvPr id="6" name="PlaceHolder 5"/>
          <p:cNvSpPr>
            <a:spLocks noGrp="1"/>
          </p:cNvSpPr>
          <p:nvPr>
            <p:ph type="dt" idx="177"/>
          </p:nvPr>
        </p:nvSpPr>
        <p:spPr/>
        <p:txBody>
          <a:bodyPr/>
          <a:p>
            <a:r>
              <a:rPr lang="en-US"/>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58">
    <p:spTree>
      <p:nvGrpSpPr>
        <p:cNvPr id="1" name=""/>
        <p:cNvGrpSpPr/>
        <p:nvPr/>
      </p:nvGrpSpPr>
      <p:grpSpPr>
        <a:xfrm>
          <a:off x="0" y="0"/>
          <a:ext cx="0" cy="0"/>
          <a:chOff x="0" y="0"/>
          <a:chExt cx="0" cy="0"/>
        </a:xfrm>
      </p:grpSpPr>
      <p:sp>
        <p:nvSpPr>
          <p:cNvPr id="334"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35" name="PlaceHolder 2"/>
          <p:cNvSpPr>
            <a:spLocks noGrp="1"/>
          </p:cNvSpPr>
          <p:nvPr>
            <p:ph type="subTitle"/>
          </p:nvPr>
        </p:nvSpPr>
        <p:spPr>
          <a:xfrm>
            <a:off x="504000" y="1326600"/>
            <a:ext cx="9037800" cy="325440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78"/>
          </p:nvPr>
        </p:nvSpPr>
        <p:spPr/>
        <p:txBody>
          <a:bodyPr/>
          <a:p>
            <a:r>
              <a:t>Footer</a:t>
            </a:r>
          </a:p>
        </p:txBody>
      </p:sp>
      <p:sp>
        <p:nvSpPr>
          <p:cNvPr id="5" name="PlaceHolder 4"/>
          <p:cNvSpPr>
            <a:spLocks noGrp="1"/>
          </p:cNvSpPr>
          <p:nvPr>
            <p:ph type="sldNum" idx="179"/>
          </p:nvPr>
        </p:nvSpPr>
        <p:spPr/>
        <p:txBody>
          <a:bodyPr/>
          <a:p>
            <a:fld id="{7880B853-31BD-4C85-9BAB-E3F0087EAA16}" type="slidenum">
              <a:t>&lt;#&gt;</a:t>
            </a:fld>
          </a:p>
        </p:txBody>
      </p:sp>
      <p:sp>
        <p:nvSpPr>
          <p:cNvPr id="6" name="PlaceHolder 5"/>
          <p:cNvSpPr>
            <a:spLocks noGrp="1"/>
          </p:cNvSpPr>
          <p:nvPr>
            <p:ph type="dt" idx="180"/>
          </p:nvPr>
        </p:nvSpPr>
        <p:spPr/>
        <p:txBody>
          <a:bodyPr/>
          <a:p>
            <a:r>
              <a:rPr lang="en-US"/>
              <a:t/>
            </a: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59">
    <p:spTree>
      <p:nvGrpSpPr>
        <p:cNvPr id="1" name=""/>
        <p:cNvGrpSpPr/>
        <p:nvPr/>
      </p:nvGrpSpPr>
      <p:grpSpPr>
        <a:xfrm>
          <a:off x="0" y="0"/>
          <a:ext cx="0" cy="0"/>
          <a:chOff x="0" y="0"/>
          <a:chExt cx="0" cy="0"/>
        </a:xfrm>
      </p:grpSpPr>
      <p:sp>
        <p:nvSpPr>
          <p:cNvPr id="340"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41" name="PlaceHolder 2"/>
          <p:cNvSpPr>
            <a:spLocks noGrp="1"/>
          </p:cNvSpPr>
          <p:nvPr>
            <p:ph type="subTitle"/>
          </p:nvPr>
        </p:nvSpPr>
        <p:spPr>
          <a:xfrm>
            <a:off x="504000" y="1326600"/>
            <a:ext cx="9037800" cy="325440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81"/>
          </p:nvPr>
        </p:nvSpPr>
        <p:spPr/>
        <p:txBody>
          <a:bodyPr/>
          <a:p>
            <a:r>
              <a:t>Footer</a:t>
            </a:r>
          </a:p>
        </p:txBody>
      </p:sp>
      <p:sp>
        <p:nvSpPr>
          <p:cNvPr id="5" name="PlaceHolder 4"/>
          <p:cNvSpPr>
            <a:spLocks noGrp="1"/>
          </p:cNvSpPr>
          <p:nvPr>
            <p:ph type="sldNum" idx="182"/>
          </p:nvPr>
        </p:nvSpPr>
        <p:spPr/>
        <p:txBody>
          <a:bodyPr/>
          <a:p>
            <a:fld id="{6A13B5C2-B226-4835-81F0-6C33D112F27B}" type="slidenum">
              <a:t>&lt;#&gt;</a:t>
            </a:fld>
          </a:p>
        </p:txBody>
      </p:sp>
      <p:sp>
        <p:nvSpPr>
          <p:cNvPr id="6" name="PlaceHolder 5"/>
          <p:cNvSpPr>
            <a:spLocks noGrp="1"/>
          </p:cNvSpPr>
          <p:nvPr>
            <p:ph type="dt" idx="183"/>
          </p:nvPr>
        </p:nvSpPr>
        <p:spPr/>
        <p:txBody>
          <a:bodyPr/>
          <a:p>
            <a:r>
              <a:rPr lang="en-US"/>
              <a:t/>
            </a: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60">
    <p:spTree>
      <p:nvGrpSpPr>
        <p:cNvPr id="1" name=""/>
        <p:cNvGrpSpPr/>
        <p:nvPr/>
      </p:nvGrpSpPr>
      <p:grpSpPr>
        <a:xfrm>
          <a:off x="0" y="0"/>
          <a:ext cx="0" cy="0"/>
          <a:chOff x="0" y="0"/>
          <a:chExt cx="0" cy="0"/>
        </a:xfrm>
      </p:grpSpPr>
      <p:sp>
        <p:nvSpPr>
          <p:cNvPr id="346"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47" name="PlaceHolder 2"/>
          <p:cNvSpPr>
            <a:spLocks noGrp="1"/>
          </p:cNvSpPr>
          <p:nvPr>
            <p:ph type="subTitle"/>
          </p:nvPr>
        </p:nvSpPr>
        <p:spPr>
          <a:xfrm>
            <a:off x="504000" y="1326600"/>
            <a:ext cx="9037800" cy="325440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84"/>
          </p:nvPr>
        </p:nvSpPr>
        <p:spPr/>
        <p:txBody>
          <a:bodyPr/>
          <a:p>
            <a:r>
              <a:t>Footer</a:t>
            </a:r>
          </a:p>
        </p:txBody>
      </p:sp>
      <p:sp>
        <p:nvSpPr>
          <p:cNvPr id="5" name="PlaceHolder 4"/>
          <p:cNvSpPr>
            <a:spLocks noGrp="1"/>
          </p:cNvSpPr>
          <p:nvPr>
            <p:ph type="sldNum" idx="185"/>
          </p:nvPr>
        </p:nvSpPr>
        <p:spPr/>
        <p:txBody>
          <a:bodyPr/>
          <a:p>
            <a:fld id="{D2F7E506-2EE2-44FD-93DB-CE00427DC4B1}" type="slidenum">
              <a:t>&lt;#&gt;</a:t>
            </a:fld>
          </a:p>
        </p:txBody>
      </p:sp>
      <p:sp>
        <p:nvSpPr>
          <p:cNvPr id="6" name="PlaceHolder 5"/>
          <p:cNvSpPr>
            <a:spLocks noGrp="1"/>
          </p:cNvSpPr>
          <p:nvPr>
            <p:ph type="dt" idx="186"/>
          </p:nvPr>
        </p:nvSpPr>
        <p:spPr/>
        <p:txBody>
          <a:bodyPr/>
          <a:p>
            <a:r>
              <a:rPr lang="en-US"/>
              <a:t/>
            </a: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61">
    <p:spTree>
      <p:nvGrpSpPr>
        <p:cNvPr id="1" name=""/>
        <p:cNvGrpSpPr/>
        <p:nvPr/>
      </p:nvGrpSpPr>
      <p:grpSpPr>
        <a:xfrm>
          <a:off x="0" y="0"/>
          <a:ext cx="0" cy="0"/>
          <a:chOff x="0" y="0"/>
          <a:chExt cx="0" cy="0"/>
        </a:xfrm>
      </p:grpSpPr>
      <p:sp>
        <p:nvSpPr>
          <p:cNvPr id="352"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53" name="PlaceHolder 2"/>
          <p:cNvSpPr>
            <a:spLocks noGrp="1"/>
          </p:cNvSpPr>
          <p:nvPr>
            <p:ph type="subTitle"/>
          </p:nvPr>
        </p:nvSpPr>
        <p:spPr>
          <a:xfrm>
            <a:off x="504000" y="1326600"/>
            <a:ext cx="9037800" cy="325440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87"/>
          </p:nvPr>
        </p:nvSpPr>
        <p:spPr/>
        <p:txBody>
          <a:bodyPr/>
          <a:p>
            <a:r>
              <a:t>Footer</a:t>
            </a:r>
          </a:p>
        </p:txBody>
      </p:sp>
      <p:sp>
        <p:nvSpPr>
          <p:cNvPr id="5" name="PlaceHolder 4"/>
          <p:cNvSpPr>
            <a:spLocks noGrp="1"/>
          </p:cNvSpPr>
          <p:nvPr>
            <p:ph type="sldNum" idx="188"/>
          </p:nvPr>
        </p:nvSpPr>
        <p:spPr/>
        <p:txBody>
          <a:bodyPr/>
          <a:p>
            <a:fld id="{D9198F59-D5BB-4C66-A985-3414BA20B489}" type="slidenum">
              <a:t>&lt;#&gt;</a:t>
            </a:fld>
          </a:p>
        </p:txBody>
      </p:sp>
      <p:sp>
        <p:nvSpPr>
          <p:cNvPr id="6" name="PlaceHolder 5"/>
          <p:cNvSpPr>
            <a:spLocks noGrp="1"/>
          </p:cNvSpPr>
          <p:nvPr>
            <p:ph type="dt" idx="189"/>
          </p:nvPr>
        </p:nvSpPr>
        <p:spPr/>
        <p:txBody>
          <a:bodyPr/>
          <a:p>
            <a:r>
              <a:rPr lang="en-US"/>
              <a:t/>
            </a: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62">
    <p:spTree>
      <p:nvGrpSpPr>
        <p:cNvPr id="1" name=""/>
        <p:cNvGrpSpPr/>
        <p:nvPr/>
      </p:nvGrpSpPr>
      <p:grpSpPr>
        <a:xfrm>
          <a:off x="0" y="0"/>
          <a:ext cx="0" cy="0"/>
          <a:chOff x="0" y="0"/>
          <a:chExt cx="0" cy="0"/>
        </a:xfrm>
      </p:grpSpPr>
      <p:sp>
        <p:nvSpPr>
          <p:cNvPr id="358"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59" name="PlaceHolder 2"/>
          <p:cNvSpPr>
            <a:spLocks noGrp="1"/>
          </p:cNvSpPr>
          <p:nvPr>
            <p:ph type="subTitle"/>
          </p:nvPr>
        </p:nvSpPr>
        <p:spPr>
          <a:xfrm>
            <a:off x="504000" y="1326600"/>
            <a:ext cx="9037800" cy="325440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90"/>
          </p:nvPr>
        </p:nvSpPr>
        <p:spPr/>
        <p:txBody>
          <a:bodyPr/>
          <a:p>
            <a:r>
              <a:t>Footer</a:t>
            </a:r>
          </a:p>
        </p:txBody>
      </p:sp>
      <p:sp>
        <p:nvSpPr>
          <p:cNvPr id="5" name="PlaceHolder 4"/>
          <p:cNvSpPr>
            <a:spLocks noGrp="1"/>
          </p:cNvSpPr>
          <p:nvPr>
            <p:ph type="sldNum" idx="191"/>
          </p:nvPr>
        </p:nvSpPr>
        <p:spPr/>
        <p:txBody>
          <a:bodyPr/>
          <a:p>
            <a:fld id="{669E4E80-273D-4D91-AF35-4895F9AC8C8F}" type="slidenum">
              <a:t>&lt;#&gt;</a:t>
            </a:fld>
          </a:p>
        </p:txBody>
      </p:sp>
      <p:sp>
        <p:nvSpPr>
          <p:cNvPr id="6" name="PlaceHolder 5"/>
          <p:cNvSpPr>
            <a:spLocks noGrp="1"/>
          </p:cNvSpPr>
          <p:nvPr>
            <p:ph type="dt" idx="192"/>
          </p:nvPr>
        </p:nvSpPr>
        <p:spPr/>
        <p:txBody>
          <a:bodyPr/>
          <a:p>
            <a:r>
              <a:rPr lang="en-US"/>
              <a:t/>
            </a: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63">
    <p:spTree>
      <p:nvGrpSpPr>
        <p:cNvPr id="1" name=""/>
        <p:cNvGrpSpPr/>
        <p:nvPr/>
      </p:nvGrpSpPr>
      <p:grpSpPr>
        <a:xfrm>
          <a:off x="0" y="0"/>
          <a:ext cx="0" cy="0"/>
          <a:chOff x="0" y="0"/>
          <a:chExt cx="0" cy="0"/>
        </a:xfrm>
      </p:grpSpPr>
      <p:sp>
        <p:nvSpPr>
          <p:cNvPr id="364"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65" name="PlaceHolder 2"/>
          <p:cNvSpPr>
            <a:spLocks noGrp="1"/>
          </p:cNvSpPr>
          <p:nvPr>
            <p:ph type="subTitle"/>
          </p:nvPr>
        </p:nvSpPr>
        <p:spPr>
          <a:xfrm>
            <a:off x="504000" y="1326600"/>
            <a:ext cx="9037800" cy="325440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93"/>
          </p:nvPr>
        </p:nvSpPr>
        <p:spPr/>
        <p:txBody>
          <a:bodyPr/>
          <a:p>
            <a:r>
              <a:t>Footer</a:t>
            </a:r>
          </a:p>
        </p:txBody>
      </p:sp>
      <p:sp>
        <p:nvSpPr>
          <p:cNvPr id="5" name="PlaceHolder 4"/>
          <p:cNvSpPr>
            <a:spLocks noGrp="1"/>
          </p:cNvSpPr>
          <p:nvPr>
            <p:ph type="sldNum" idx="194"/>
          </p:nvPr>
        </p:nvSpPr>
        <p:spPr/>
        <p:txBody>
          <a:bodyPr/>
          <a:p>
            <a:fld id="{E9024170-9E3C-4D0E-9F8F-A905203CD9C1}" type="slidenum">
              <a:t>&lt;#&gt;</a:t>
            </a:fld>
          </a:p>
        </p:txBody>
      </p:sp>
      <p:sp>
        <p:nvSpPr>
          <p:cNvPr id="6" name="PlaceHolder 5"/>
          <p:cNvSpPr>
            <a:spLocks noGrp="1"/>
          </p:cNvSpPr>
          <p:nvPr>
            <p:ph type="dt" idx="195"/>
          </p:nvPr>
        </p:nvSpPr>
        <p:spPr/>
        <p:txBody>
          <a:bodyPr/>
          <a:p>
            <a:r>
              <a:rPr lang="en-US"/>
              <a:t/>
            </a: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64">
    <p:spTree>
      <p:nvGrpSpPr>
        <p:cNvPr id="1" name=""/>
        <p:cNvGrpSpPr/>
        <p:nvPr/>
      </p:nvGrpSpPr>
      <p:grpSpPr>
        <a:xfrm>
          <a:off x="0" y="0"/>
          <a:ext cx="0" cy="0"/>
          <a:chOff x="0" y="0"/>
          <a:chExt cx="0" cy="0"/>
        </a:xfrm>
      </p:grpSpPr>
      <p:sp>
        <p:nvSpPr>
          <p:cNvPr id="370"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71" name="PlaceHolder 2"/>
          <p:cNvSpPr>
            <a:spLocks noGrp="1"/>
          </p:cNvSpPr>
          <p:nvPr>
            <p:ph type="subTitle"/>
          </p:nvPr>
        </p:nvSpPr>
        <p:spPr>
          <a:xfrm>
            <a:off x="504000" y="1326600"/>
            <a:ext cx="9037800" cy="325440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96"/>
          </p:nvPr>
        </p:nvSpPr>
        <p:spPr/>
        <p:txBody>
          <a:bodyPr/>
          <a:p>
            <a:r>
              <a:t>Footer</a:t>
            </a:r>
          </a:p>
        </p:txBody>
      </p:sp>
      <p:sp>
        <p:nvSpPr>
          <p:cNvPr id="5" name="PlaceHolder 4"/>
          <p:cNvSpPr>
            <a:spLocks noGrp="1"/>
          </p:cNvSpPr>
          <p:nvPr>
            <p:ph type="sldNum" idx="197"/>
          </p:nvPr>
        </p:nvSpPr>
        <p:spPr/>
        <p:txBody>
          <a:bodyPr/>
          <a:p>
            <a:fld id="{5D3CF93E-45C4-43B2-B846-00EAF09CD83A}" type="slidenum">
              <a:t>&lt;#&gt;</a:t>
            </a:fld>
          </a:p>
        </p:txBody>
      </p:sp>
      <p:sp>
        <p:nvSpPr>
          <p:cNvPr id="6" name="PlaceHolder 5"/>
          <p:cNvSpPr>
            <a:spLocks noGrp="1"/>
          </p:cNvSpPr>
          <p:nvPr>
            <p:ph type="dt" idx="198"/>
          </p:nvPr>
        </p:nvSpPr>
        <p:spPr/>
        <p:txBody>
          <a:bodyPr/>
          <a:p>
            <a:r>
              <a:rPr lang="en-US"/>
              <a:t/>
            </a: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8_">
    <p:spTree>
      <p:nvGrpSpPr>
        <p:cNvPr id="1" name=""/>
        <p:cNvGrpSpPr/>
        <p:nvPr/>
      </p:nvGrpSpPr>
      <p:grpSpPr>
        <a:xfrm>
          <a:off x="0" y="0"/>
          <a:ext cx="0" cy="0"/>
          <a:chOff x="0" y="0"/>
          <a:chExt cx="0" cy="0"/>
        </a:xfrm>
      </p:grpSpPr>
      <p:sp>
        <p:nvSpPr>
          <p:cNvPr id="376"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77" name="PlaceHolder 2"/>
          <p:cNvSpPr>
            <a:spLocks noGrp="1"/>
          </p:cNvSpPr>
          <p:nvPr>
            <p:ph type="subTitle"/>
          </p:nvPr>
        </p:nvSpPr>
        <p:spPr>
          <a:xfrm>
            <a:off x="504000" y="1326600"/>
            <a:ext cx="9037800" cy="325440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99"/>
          </p:nvPr>
        </p:nvSpPr>
        <p:spPr/>
        <p:txBody>
          <a:bodyPr/>
          <a:p>
            <a:r>
              <a:t>Footer</a:t>
            </a:r>
          </a:p>
        </p:txBody>
      </p:sp>
      <p:sp>
        <p:nvSpPr>
          <p:cNvPr id="5" name="PlaceHolder 4"/>
          <p:cNvSpPr>
            <a:spLocks noGrp="1"/>
          </p:cNvSpPr>
          <p:nvPr>
            <p:ph type="sldNum" idx="200"/>
          </p:nvPr>
        </p:nvSpPr>
        <p:spPr/>
        <p:txBody>
          <a:bodyPr/>
          <a:p>
            <a:fld id="{27C82E94-4B15-47D6-953D-E9B34B4F02A5}" type="slidenum">
              <a:t>&lt;#&gt;</a:t>
            </a:fld>
          </a:p>
        </p:txBody>
      </p:sp>
      <p:sp>
        <p:nvSpPr>
          <p:cNvPr id="6" name="PlaceHolder 5"/>
          <p:cNvSpPr>
            <a:spLocks noGrp="1"/>
          </p:cNvSpPr>
          <p:nvPr>
            <p:ph type="dt" idx="201"/>
          </p:nvPr>
        </p:nvSpPr>
        <p:spPr/>
        <p:txBody>
          <a:bodyPr/>
          <a:p>
            <a:r>
              <a:rPr lang="en-US"/>
              <a:t/>
            </a: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65">
    <p:spTree>
      <p:nvGrpSpPr>
        <p:cNvPr id="1" name=""/>
        <p:cNvGrpSpPr/>
        <p:nvPr/>
      </p:nvGrpSpPr>
      <p:grpSpPr>
        <a:xfrm>
          <a:off x="0" y="0"/>
          <a:ext cx="0" cy="0"/>
          <a:chOff x="0" y="0"/>
          <a:chExt cx="0" cy="0"/>
        </a:xfrm>
      </p:grpSpPr>
      <p:sp>
        <p:nvSpPr>
          <p:cNvPr id="383" name="PlaceHolder 1"/>
          <p:cNvSpPr>
            <a:spLocks noGrp="1"/>
          </p:cNvSpPr>
          <p:nvPr>
            <p:ph type="title"/>
          </p:nvPr>
        </p:nvSpPr>
        <p:spPr>
          <a:xfrm>
            <a:off x="504000" y="380160"/>
            <a:ext cx="90370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84" name="PlaceHolder 2"/>
          <p:cNvSpPr>
            <a:spLocks noGrp="1"/>
          </p:cNvSpPr>
          <p:nvPr>
            <p:ph type="subTitle"/>
          </p:nvPr>
        </p:nvSpPr>
        <p:spPr>
          <a:xfrm>
            <a:off x="504000" y="1326600"/>
            <a:ext cx="9037800" cy="325440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202"/>
          </p:nvPr>
        </p:nvSpPr>
        <p:spPr/>
        <p:txBody>
          <a:bodyPr/>
          <a:p>
            <a:r>
              <a:t>Footer</a:t>
            </a:r>
          </a:p>
        </p:txBody>
      </p:sp>
      <p:sp>
        <p:nvSpPr>
          <p:cNvPr id="5" name="PlaceHolder 4"/>
          <p:cNvSpPr>
            <a:spLocks noGrp="1"/>
          </p:cNvSpPr>
          <p:nvPr>
            <p:ph type="sldNum" idx="203"/>
          </p:nvPr>
        </p:nvSpPr>
        <p:spPr/>
        <p:txBody>
          <a:bodyPr/>
          <a:p>
            <a:fld id="{CF48635A-16E0-4CC9-B8A0-05193C778557}" type="slidenum">
              <a:t>&lt;#&gt;</a:t>
            </a:fld>
          </a:p>
        </p:txBody>
      </p:sp>
      <p:sp>
        <p:nvSpPr>
          <p:cNvPr id="6" name="PlaceHolder 5"/>
          <p:cNvSpPr>
            <a:spLocks noGrp="1"/>
          </p:cNvSpPr>
          <p:nvPr>
            <p:ph type="dt" idx="204"/>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slideLayout" Target="../slideLayouts/slideLayout25.xml"/><Relationship Id="rId14" Type="http://schemas.openxmlformats.org/officeDocument/2006/relationships/slideLayout" Target="../slideLayouts/slideLayout26.xml"/><Relationship Id="rId15" Type="http://schemas.openxmlformats.org/officeDocument/2006/relationships/slideLayout" Target="../slideLayouts/slideLayout27.xml"/><Relationship Id="rId16" Type="http://schemas.openxmlformats.org/officeDocument/2006/relationships/slideLayout" Target="../slideLayouts/slideLayout28.xml"/><Relationship Id="rId17" Type="http://schemas.openxmlformats.org/officeDocument/2006/relationships/slideLayout" Target="../slideLayouts/slideLayout29.xml"/><Relationship Id="rId18" Type="http://schemas.openxmlformats.org/officeDocument/2006/relationships/slideLayout" Target="../slideLayouts/slideLayout30.xml"/><Relationship Id="rId19" Type="http://schemas.openxmlformats.org/officeDocument/2006/relationships/slideLayout" Target="../slideLayouts/slideLayout31.xml"/><Relationship Id="rId20" Type="http://schemas.openxmlformats.org/officeDocument/2006/relationships/slideLayout" Target="../slideLayouts/slideLayout32.xml"/><Relationship Id="rId21" Type="http://schemas.openxmlformats.org/officeDocument/2006/relationships/slideLayout" Target="../slideLayouts/slideLayout33.xml"/><Relationship Id="rId22" Type="http://schemas.openxmlformats.org/officeDocument/2006/relationships/slideLayout" Target="../slideLayouts/slideLayout34.xml"/><Relationship Id="rId23" Type="http://schemas.openxmlformats.org/officeDocument/2006/relationships/slideLayout" Target="../slideLayouts/slideLayout35.xml"/><Relationship Id="rId24" Type="http://schemas.openxmlformats.org/officeDocument/2006/relationships/slideLayout" Target="../slideLayouts/slideLayout36.xml"/><Relationship Id="rId25" Type="http://schemas.openxmlformats.org/officeDocument/2006/relationships/slideLayout" Target="../slideLayouts/slideLayout37.xml"/><Relationship Id="rId26" Type="http://schemas.openxmlformats.org/officeDocument/2006/relationships/slideLayout" Target="../slideLayouts/slideLayout38.xml"/><Relationship Id="rId27" Type="http://schemas.openxmlformats.org/officeDocument/2006/relationships/slideLayout" Target="../slideLayouts/slideLayout39.xml"/><Relationship Id="rId28" Type="http://schemas.openxmlformats.org/officeDocument/2006/relationships/slideLayout" Target="../slideLayouts/slideLayout40.xml"/><Relationship Id="rId29" Type="http://schemas.openxmlformats.org/officeDocument/2006/relationships/slideLayout" Target="../slideLayouts/slideLayout41.xml"/><Relationship Id="rId30" Type="http://schemas.openxmlformats.org/officeDocument/2006/relationships/slideLayout" Target="../slideLayouts/slideLayout42.xml"/><Relationship Id="rId31" Type="http://schemas.openxmlformats.org/officeDocument/2006/relationships/slideLayout" Target="../slideLayouts/slideLayout43.xml"/><Relationship Id="rId32" Type="http://schemas.openxmlformats.org/officeDocument/2006/relationships/slideLayout" Target="../slideLayouts/slideLayout44.xml"/><Relationship Id="rId33" Type="http://schemas.openxmlformats.org/officeDocument/2006/relationships/slideLayout" Target="../slideLayouts/slideLayout45.xml"/><Relationship Id="rId34" Type="http://schemas.openxmlformats.org/officeDocument/2006/relationships/slideLayout" Target="../slideLayouts/slideLayout46.xml"/><Relationship Id="rId35" Type="http://schemas.openxmlformats.org/officeDocument/2006/relationships/slideLayout" Target="../slideLayouts/slideLayout47.xml"/><Relationship Id="rId36" Type="http://schemas.openxmlformats.org/officeDocument/2006/relationships/slideLayout" Target="../slideLayouts/slideLayout48.xml"/><Relationship Id="rId37" Type="http://schemas.openxmlformats.org/officeDocument/2006/relationships/slideLayout" Target="../slideLayouts/slideLayout49.xml"/>
</Relationships>
</file>

<file path=ppt/slideMasters/_rels/slideMaster49.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50.xml"/>
</Relationships>
</file>

<file path=ppt/slideMasters/_rels/slideMaster50.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51.xml"/>
</Relationships>
</file>

<file path=ppt/slideMasters/_rels/slideMaster51.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52.xml"/>
</Relationships>
</file>

<file path=ppt/slideMasters/_rels/slideMaster52.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53.xml"/>
</Relationships>
</file>

<file path=ppt/slideMasters/_rels/slideMaster53.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54.xml"/>
</Relationships>
</file>

<file path=ppt/slideMasters/_rels/slideMaster54.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55.xml"/>
</Relationships>
</file>

<file path=ppt/slideMasters/_rels/slideMaster55.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56.xml"/>
</Relationships>
</file>

<file path=ppt/slideMasters/_rels/slideMaster56.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57.xml"/>
</Relationships>
</file>

<file path=ppt/slideMasters/_rels/slideMaster57.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58.xml"/>
</Relationships>
</file>

<file path=ppt/slideMasters/_rels/slideMaster58.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59.xml"/>
</Relationships>
</file>

<file path=ppt/slideMasters/_rels/slideMaster59.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60.xml"/>
</Relationships>
</file>

<file path=ppt/slideMasters/_rels/slideMaster60.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slideLayout" Target="../slideLayouts/slideLayout61.xml"/>
</Relationships>
</file>

<file path=ppt/slideMasters/_rels/slideMaster61.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slideLayout" Target="../slideLayouts/slideLayout62.xml"/>
</Relationships>
</file>

<file path=ppt/slideMasters/_rels/slideMaster62.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slideLayout" Target="../slideLayouts/slideLayout63.xml"/>
</Relationships>
</file>

<file path=ppt/slideMasters/_rels/slideMaster63.xml.rels><?xml version="1.0" encoding="UTF-8"?>
<Relationships xmlns="http://schemas.openxmlformats.org/package/2006/relationships"><Relationship Id="rId1" Type="http://schemas.openxmlformats.org/officeDocument/2006/relationships/theme" Target="../theme/theme29.xml"/><Relationship Id="rId2" Type="http://schemas.openxmlformats.org/officeDocument/2006/relationships/slideLayout" Target="../slideLayouts/slideLayout64.xml"/>
</Relationships>
</file>

<file path=ppt/slideMasters/_rels/slideMaster64.xml.rels><?xml version="1.0" encoding="UTF-8"?>
<Relationships xmlns="http://schemas.openxmlformats.org/package/2006/relationships"><Relationship Id="rId1" Type="http://schemas.openxmlformats.org/officeDocument/2006/relationships/theme" Target="../theme/theme30.xml"/><Relationship Id="rId2" Type="http://schemas.openxmlformats.org/officeDocument/2006/relationships/slideLayout" Target="../slideLayouts/slideLayout65.xml"/>
</Relationships>
</file>

<file path=ppt/slideMasters/_rels/slideMaster65.xml.rels><?xml version="1.0" encoding="UTF-8"?>
<Relationships xmlns="http://schemas.openxmlformats.org/package/2006/relationships"><Relationship Id="rId1" Type="http://schemas.openxmlformats.org/officeDocument/2006/relationships/theme" Target="../theme/theme31.xml"/><Relationship Id="rId2" Type="http://schemas.openxmlformats.org/officeDocument/2006/relationships/slideLayout" Target="../slideLayouts/slideLayout66.xml"/>
</Relationships>
</file>

<file path=ppt/slideMasters/_rels/slideMaster66.xml.rels><?xml version="1.0" encoding="UTF-8"?>
<Relationships xmlns="http://schemas.openxmlformats.org/package/2006/relationships"><Relationship Id="rId1" Type="http://schemas.openxmlformats.org/officeDocument/2006/relationships/theme" Target="../theme/theme32.xml"/><Relationship Id="rId2" Type="http://schemas.openxmlformats.org/officeDocument/2006/relationships/slideLayout" Target="../slideLayouts/slideLayout67.xml"/>
</Relationships>
</file>

<file path=ppt/slideMasters/_rels/slideMaster67.xml.rels><?xml version="1.0" encoding="UTF-8"?>
<Relationships xmlns="http://schemas.openxmlformats.org/package/2006/relationships"><Relationship Id="rId1" Type="http://schemas.openxmlformats.org/officeDocument/2006/relationships/theme" Target="../theme/theme33.xml"/><Relationship Id="rId2" Type="http://schemas.openxmlformats.org/officeDocument/2006/relationships/slideLayout" Target="../slideLayouts/slideLayout6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 name="PlaceHolder 3"/>
          <p:cNvSpPr>
            <a:spLocks noGrp="1"/>
          </p:cNvSpPr>
          <p:nvPr>
            <p:ph type="ftr" idx="1"/>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 name="PlaceHolder 4"/>
          <p:cNvSpPr>
            <a:spLocks noGrp="1"/>
          </p:cNvSpPr>
          <p:nvPr>
            <p:ph type="sldNum" idx="2"/>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531121FC-0672-4556-9267-38AFFBA03368}"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4" name="PlaceHolder 5"/>
          <p:cNvSpPr>
            <a:spLocks noGrp="1"/>
          </p:cNvSpPr>
          <p:nvPr>
            <p:ph type="dt" idx="3"/>
          </p:nvPr>
        </p:nvSpPr>
        <p:spPr>
          <a:xfrm>
            <a:off x="504000" y="5165280"/>
            <a:ext cx="2313720" cy="3560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8"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9" name="PlaceHolder 3"/>
          <p:cNvSpPr>
            <a:spLocks noGrp="1"/>
          </p:cNvSpPr>
          <p:nvPr>
            <p:ph type="ftr" idx="4"/>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0" name="PlaceHolder 4"/>
          <p:cNvSpPr>
            <a:spLocks noGrp="1"/>
          </p:cNvSpPr>
          <p:nvPr>
            <p:ph type="sldNum" idx="5"/>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FF326933-9DB6-4DB4-9BEC-FEAA2A2FE860}"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1" name="PlaceHolder 5"/>
          <p:cNvSpPr>
            <a:spLocks noGrp="1"/>
          </p:cNvSpPr>
          <p:nvPr>
            <p:ph type="dt" idx="6"/>
          </p:nvPr>
        </p:nvSpPr>
        <p:spPr>
          <a:xfrm>
            <a:off x="504000" y="5165280"/>
            <a:ext cx="2313720" cy="3560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5"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6" name="PlaceHolder 3"/>
          <p:cNvSpPr>
            <a:spLocks noGrp="1"/>
          </p:cNvSpPr>
          <p:nvPr>
            <p:ph type="ftr" idx="7"/>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7" name="PlaceHolder 4"/>
          <p:cNvSpPr>
            <a:spLocks noGrp="1"/>
          </p:cNvSpPr>
          <p:nvPr>
            <p:ph type="sldNum" idx="8"/>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AFB8AABD-F905-4150-84E0-007CBDCFCC0D}"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8" name="PlaceHolder 5"/>
          <p:cNvSpPr>
            <a:spLocks noGrp="1"/>
          </p:cNvSpPr>
          <p:nvPr>
            <p:ph type="dt" idx="9"/>
          </p:nvPr>
        </p:nvSpPr>
        <p:spPr>
          <a:xfrm>
            <a:off x="504000" y="5165280"/>
            <a:ext cx="2313720" cy="3560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2"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3" name="PlaceHolder 3"/>
          <p:cNvSpPr>
            <a:spLocks noGrp="1"/>
          </p:cNvSpPr>
          <p:nvPr>
            <p:ph type="ftr" idx="10"/>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4" name="PlaceHolder 4"/>
          <p:cNvSpPr>
            <a:spLocks noGrp="1"/>
          </p:cNvSpPr>
          <p:nvPr>
            <p:ph type="sldNum" idx="11"/>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CFA63BD6-1402-48F7-AF07-69C75FEB0CE1}"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5" name="PlaceHolder 5"/>
          <p:cNvSpPr>
            <a:spLocks noGrp="1"/>
          </p:cNvSpPr>
          <p:nvPr>
            <p:ph type="dt" idx="12"/>
          </p:nvPr>
        </p:nvSpPr>
        <p:spPr>
          <a:xfrm>
            <a:off x="504000" y="5165280"/>
            <a:ext cx="2313720" cy="3560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9"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0" name="PlaceHolder 3"/>
          <p:cNvSpPr>
            <a:spLocks noGrp="1"/>
          </p:cNvSpPr>
          <p:nvPr>
            <p:ph type="ftr" idx="13"/>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1" name="PlaceHolder 4"/>
          <p:cNvSpPr>
            <a:spLocks noGrp="1"/>
          </p:cNvSpPr>
          <p:nvPr>
            <p:ph type="sldNum" idx="14"/>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7B85EAAD-B0AF-4114-8226-B9AAD8ADC9FE}"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32" name="PlaceHolder 5"/>
          <p:cNvSpPr>
            <a:spLocks noGrp="1"/>
          </p:cNvSpPr>
          <p:nvPr>
            <p:ph type="dt" idx="15"/>
          </p:nvPr>
        </p:nvSpPr>
        <p:spPr>
          <a:xfrm>
            <a:off x="504000" y="5165280"/>
            <a:ext cx="2313720" cy="3560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6"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7" name="PlaceHolder 3"/>
          <p:cNvSpPr>
            <a:spLocks noGrp="1"/>
          </p:cNvSpPr>
          <p:nvPr>
            <p:ph type="ftr" idx="16"/>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8" name="PlaceHolder 4"/>
          <p:cNvSpPr>
            <a:spLocks noGrp="1"/>
          </p:cNvSpPr>
          <p:nvPr>
            <p:ph type="sldNum" idx="17"/>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AF7346D3-A4B2-449A-92A6-48152F7F3E9D}"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39" name="PlaceHolder 5"/>
          <p:cNvSpPr>
            <a:spLocks noGrp="1"/>
          </p:cNvSpPr>
          <p:nvPr>
            <p:ph type="dt" idx="18"/>
          </p:nvPr>
        </p:nvSpPr>
        <p:spPr>
          <a:xfrm>
            <a:off x="504000" y="5165280"/>
            <a:ext cx="2313720" cy="3560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43"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44" name="PlaceHolder 3"/>
          <p:cNvSpPr>
            <a:spLocks noGrp="1"/>
          </p:cNvSpPr>
          <p:nvPr>
            <p:ph type="ftr" idx="19"/>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5" name="PlaceHolder 4"/>
          <p:cNvSpPr>
            <a:spLocks noGrp="1"/>
          </p:cNvSpPr>
          <p:nvPr>
            <p:ph type="sldNum" idx="20"/>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F5E76A3D-2920-4BDD-B4EA-190FD072B83E}"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46" name="PlaceHolder 5"/>
          <p:cNvSpPr>
            <a:spLocks noGrp="1"/>
          </p:cNvSpPr>
          <p:nvPr>
            <p:ph type="dt" idx="21"/>
          </p:nvPr>
        </p:nvSpPr>
        <p:spPr>
          <a:xfrm>
            <a:off x="504000" y="5165280"/>
            <a:ext cx="2313720" cy="3560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50"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1" name="PlaceHolder 3"/>
          <p:cNvSpPr>
            <a:spLocks noGrp="1"/>
          </p:cNvSpPr>
          <p:nvPr>
            <p:ph type="ftr" idx="22"/>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2" name="PlaceHolder 4"/>
          <p:cNvSpPr>
            <a:spLocks noGrp="1"/>
          </p:cNvSpPr>
          <p:nvPr>
            <p:ph type="sldNum" idx="23"/>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6FF09B9F-B830-4895-A318-BC26B8688211}"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53" name="PlaceHolder 5"/>
          <p:cNvSpPr>
            <a:spLocks noGrp="1"/>
          </p:cNvSpPr>
          <p:nvPr>
            <p:ph type="dt" idx="24"/>
          </p:nvPr>
        </p:nvSpPr>
        <p:spPr>
          <a:xfrm>
            <a:off x="504000" y="5165280"/>
            <a:ext cx="2313720" cy="3560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57"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8" name="PlaceHolder 3"/>
          <p:cNvSpPr>
            <a:spLocks noGrp="1"/>
          </p:cNvSpPr>
          <p:nvPr>
            <p:ph type="ftr" idx="25"/>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9" name="PlaceHolder 4"/>
          <p:cNvSpPr>
            <a:spLocks noGrp="1"/>
          </p:cNvSpPr>
          <p:nvPr>
            <p:ph type="sldNum" idx="26"/>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AF2BFCF1-AF49-440B-82E4-A7B1AC41C846}"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60" name="PlaceHolder 5"/>
          <p:cNvSpPr>
            <a:spLocks noGrp="1"/>
          </p:cNvSpPr>
          <p:nvPr>
            <p:ph type="dt" idx="27"/>
          </p:nvPr>
        </p:nvSpPr>
        <p:spPr>
          <a:xfrm>
            <a:off x="504000" y="5165280"/>
            <a:ext cx="2313720" cy="3560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64"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5" name="PlaceHolder 3"/>
          <p:cNvSpPr>
            <a:spLocks noGrp="1"/>
          </p:cNvSpPr>
          <p:nvPr>
            <p:ph type="ftr" idx="28"/>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66" name="PlaceHolder 4"/>
          <p:cNvSpPr>
            <a:spLocks noGrp="1"/>
          </p:cNvSpPr>
          <p:nvPr>
            <p:ph type="sldNum" idx="29"/>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5E4DF387-A78C-48B3-A9DF-365B9B0A8CB3}"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67" name="PlaceHolder 5"/>
          <p:cNvSpPr>
            <a:spLocks noGrp="1"/>
          </p:cNvSpPr>
          <p:nvPr>
            <p:ph type="dt" idx="30"/>
          </p:nvPr>
        </p:nvSpPr>
        <p:spPr>
          <a:xfrm>
            <a:off x="504000" y="5165280"/>
            <a:ext cx="2313720" cy="3560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71"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72" name="PlaceHolder 3"/>
          <p:cNvSpPr>
            <a:spLocks noGrp="1"/>
          </p:cNvSpPr>
          <p:nvPr>
            <p:ph type="ftr" idx="31"/>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73" name="PlaceHolder 4"/>
          <p:cNvSpPr>
            <a:spLocks noGrp="1"/>
          </p:cNvSpPr>
          <p:nvPr>
            <p:ph type="sldNum" idx="32"/>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14D58A68-C124-4A9A-A653-AB1F83223AFB}"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74" name="PlaceHolder 5"/>
          <p:cNvSpPr>
            <a:spLocks noGrp="1"/>
          </p:cNvSpPr>
          <p:nvPr>
            <p:ph type="dt" idx="33"/>
          </p:nvPr>
        </p:nvSpPr>
        <p:spPr>
          <a:xfrm>
            <a:off x="504000" y="5165280"/>
            <a:ext cx="2313720" cy="3560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78"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79" name="PlaceHolder 3"/>
          <p:cNvSpPr>
            <a:spLocks noGrp="1"/>
          </p:cNvSpPr>
          <p:nvPr>
            <p:ph type="ftr" idx="34"/>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80" name="PlaceHolder 4"/>
          <p:cNvSpPr>
            <a:spLocks noGrp="1"/>
          </p:cNvSpPr>
          <p:nvPr>
            <p:ph type="sldNum" idx="35"/>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1CDC5898-25D3-4F45-AA87-3FB35A480077}"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81" name="PlaceHolder 5"/>
          <p:cNvSpPr>
            <a:spLocks noGrp="1"/>
          </p:cNvSpPr>
          <p:nvPr>
            <p:ph type="dt" idx="36"/>
          </p:nvPr>
        </p:nvSpPr>
        <p:spPr>
          <a:xfrm>
            <a:off x="504000" y="5165280"/>
            <a:ext cx="2313720" cy="3560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85" name="PlaceHolder 2"/>
          <p:cNvSpPr>
            <a:spLocks noGrp="1"/>
          </p:cNvSpPr>
          <p:nvPr>
            <p:ph type="body"/>
          </p:nvPr>
        </p:nvSpPr>
        <p:spPr>
          <a:xfrm>
            <a:off x="504000" y="1326600"/>
            <a:ext cx="9037800" cy="32544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86" name="PlaceHolder 3"/>
          <p:cNvSpPr>
            <a:spLocks noGrp="1"/>
          </p:cNvSpPr>
          <p:nvPr>
            <p:ph type="ftr" idx="37"/>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87" name="PlaceHolder 4"/>
          <p:cNvSpPr>
            <a:spLocks noGrp="1"/>
          </p:cNvSpPr>
          <p:nvPr>
            <p:ph type="sldNum" idx="38"/>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49C99966-ACD6-4009-820B-FAA4DF70BCB6}"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88" name="PlaceHolder 5"/>
          <p:cNvSpPr>
            <a:spLocks noGrp="1"/>
          </p:cNvSpPr>
          <p:nvPr>
            <p:ph type="dt" idx="39"/>
          </p:nvPr>
        </p:nvSpPr>
        <p:spPr>
          <a:xfrm>
            <a:off x="504000" y="5165280"/>
            <a:ext cx="2313720" cy="3560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 id="2147483698" r:id="rId25"/>
    <p:sldLayoutId id="2147483699" r:id="rId26"/>
    <p:sldLayoutId id="2147483700" r:id="rId27"/>
    <p:sldLayoutId id="2147483701" r:id="rId28"/>
    <p:sldLayoutId id="2147483702" r:id="rId29"/>
    <p:sldLayoutId id="2147483703" r:id="rId30"/>
    <p:sldLayoutId id="2147483704" r:id="rId31"/>
    <p:sldLayoutId id="2147483705" r:id="rId32"/>
    <p:sldLayoutId id="2147483706" r:id="rId33"/>
    <p:sldLayoutId id="2147483707" r:id="rId34"/>
    <p:sldLayoutId id="2147483708" r:id="rId35"/>
    <p:sldLayoutId id="2147483709" r:id="rId36"/>
    <p:sldLayoutId id="2147483710" r:id="rId37"/>
  </p:sldLayoutIdLst>
</p:sldMaster>
</file>

<file path=ppt/slideMasters/slideMaster4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71" name="PlaceHolder 2"/>
          <p:cNvSpPr>
            <a:spLocks noGrp="1"/>
          </p:cNvSpPr>
          <p:nvPr>
            <p:ph type="ftr" idx="148"/>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72" name="PlaceHolder 3"/>
          <p:cNvSpPr>
            <a:spLocks noGrp="1"/>
          </p:cNvSpPr>
          <p:nvPr>
            <p:ph type="sldNum" idx="149"/>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3C3E263A-E915-4E0E-B085-AFAF19E75963}"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73" name="PlaceHolder 4"/>
          <p:cNvSpPr>
            <a:spLocks noGrp="1"/>
          </p:cNvSpPr>
          <p:nvPr>
            <p:ph type="dt" idx="150"/>
          </p:nvPr>
        </p:nvSpPr>
        <p:spPr>
          <a:xfrm>
            <a:off x="504000" y="5165280"/>
            <a:ext cx="2313720" cy="3560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12" r:id="rId2"/>
  </p:sldLayoutIdLst>
</p:sldMaster>
</file>

<file path=ppt/slideMasters/slideMaster5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77" name="PlaceHolder 2"/>
          <p:cNvSpPr>
            <a:spLocks noGrp="1"/>
          </p:cNvSpPr>
          <p:nvPr>
            <p:ph type="ftr" idx="151"/>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278" name="PlaceHolder 3"/>
          <p:cNvSpPr>
            <a:spLocks noGrp="1"/>
          </p:cNvSpPr>
          <p:nvPr>
            <p:ph type="sldNum" idx="152"/>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CC7AD276-CD5A-4F52-A6DE-4F741ABE8401}"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279" name="PlaceHolder 4"/>
          <p:cNvSpPr>
            <a:spLocks noGrp="1"/>
          </p:cNvSpPr>
          <p:nvPr>
            <p:ph type="dt" idx="153"/>
          </p:nvPr>
        </p:nvSpPr>
        <p:spPr>
          <a:xfrm>
            <a:off x="504000" y="5165280"/>
            <a:ext cx="2313720" cy="3560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14" r:id="rId2"/>
  </p:sldLayoutIdLst>
</p:sldMaster>
</file>

<file path=ppt/slideMasters/slideMaster5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83" name="PlaceHolder 2"/>
          <p:cNvSpPr>
            <a:spLocks noGrp="1"/>
          </p:cNvSpPr>
          <p:nvPr>
            <p:ph type="ftr" idx="154"/>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284" name="PlaceHolder 3"/>
          <p:cNvSpPr>
            <a:spLocks noGrp="1"/>
          </p:cNvSpPr>
          <p:nvPr>
            <p:ph type="sldNum" idx="155"/>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CE615E18-D806-4D4C-B221-F769F69F93BB}"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285" name="PlaceHolder 4"/>
          <p:cNvSpPr>
            <a:spLocks noGrp="1"/>
          </p:cNvSpPr>
          <p:nvPr>
            <p:ph type="dt" idx="156"/>
          </p:nvPr>
        </p:nvSpPr>
        <p:spPr>
          <a:xfrm>
            <a:off x="504000" y="5165280"/>
            <a:ext cx="2313720" cy="3560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16" r:id="rId2"/>
  </p:sldLayoutIdLst>
</p:sldMaster>
</file>

<file path=ppt/slideMasters/slideMaster5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89" name="PlaceHolder 2"/>
          <p:cNvSpPr>
            <a:spLocks noGrp="1"/>
          </p:cNvSpPr>
          <p:nvPr>
            <p:ph type="ftr" idx="157"/>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290" name="PlaceHolder 3"/>
          <p:cNvSpPr>
            <a:spLocks noGrp="1"/>
          </p:cNvSpPr>
          <p:nvPr>
            <p:ph type="sldNum" idx="158"/>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CCBB6D19-B241-4995-A607-7FFAE2D7CF90}"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291" name="PlaceHolder 4"/>
          <p:cNvSpPr>
            <a:spLocks noGrp="1"/>
          </p:cNvSpPr>
          <p:nvPr>
            <p:ph type="dt" idx="159"/>
          </p:nvPr>
        </p:nvSpPr>
        <p:spPr>
          <a:xfrm>
            <a:off x="504000" y="5165280"/>
            <a:ext cx="2313720" cy="3560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18" r:id="rId2"/>
  </p:sldLayoutIdLst>
</p:sldMaster>
</file>

<file path=ppt/slideMasters/slideMaster5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95" name="PlaceHolder 2"/>
          <p:cNvSpPr>
            <a:spLocks noGrp="1"/>
          </p:cNvSpPr>
          <p:nvPr>
            <p:ph type="ftr" idx="160"/>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296" name="PlaceHolder 3"/>
          <p:cNvSpPr>
            <a:spLocks noGrp="1"/>
          </p:cNvSpPr>
          <p:nvPr>
            <p:ph type="sldNum" idx="161"/>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82B888EC-4202-49A3-9069-568447FF5C7A}"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297" name="PlaceHolder 4"/>
          <p:cNvSpPr>
            <a:spLocks noGrp="1"/>
          </p:cNvSpPr>
          <p:nvPr>
            <p:ph type="dt" idx="162"/>
          </p:nvPr>
        </p:nvSpPr>
        <p:spPr>
          <a:xfrm>
            <a:off x="504000" y="5165280"/>
            <a:ext cx="2313720" cy="3560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20" r:id="rId2"/>
  </p:sldLayoutIdLst>
</p:sldMaster>
</file>

<file path=ppt/slideMasters/slideMaster5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01" name="PlaceHolder 2"/>
          <p:cNvSpPr>
            <a:spLocks noGrp="1"/>
          </p:cNvSpPr>
          <p:nvPr>
            <p:ph type="ftr" idx="163"/>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02" name="PlaceHolder 3"/>
          <p:cNvSpPr>
            <a:spLocks noGrp="1"/>
          </p:cNvSpPr>
          <p:nvPr>
            <p:ph type="sldNum" idx="164"/>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3A2B44D5-3D04-48FD-9CB7-A7C5B83FD38F}"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303" name="PlaceHolder 4"/>
          <p:cNvSpPr>
            <a:spLocks noGrp="1"/>
          </p:cNvSpPr>
          <p:nvPr>
            <p:ph type="dt" idx="165"/>
          </p:nvPr>
        </p:nvSpPr>
        <p:spPr>
          <a:xfrm>
            <a:off x="504000" y="5165280"/>
            <a:ext cx="2313720" cy="3560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22" r:id="rId2"/>
  </p:sldLayoutIdLst>
</p:sldMaster>
</file>

<file path=ppt/slideMasters/slideMaster5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07" name="PlaceHolder 2"/>
          <p:cNvSpPr>
            <a:spLocks noGrp="1"/>
          </p:cNvSpPr>
          <p:nvPr>
            <p:ph type="ftr" idx="166"/>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08" name="PlaceHolder 3"/>
          <p:cNvSpPr>
            <a:spLocks noGrp="1"/>
          </p:cNvSpPr>
          <p:nvPr>
            <p:ph type="sldNum" idx="167"/>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7B6269C6-E949-401E-9C30-49497EF298BC}"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309" name="PlaceHolder 4"/>
          <p:cNvSpPr>
            <a:spLocks noGrp="1"/>
          </p:cNvSpPr>
          <p:nvPr>
            <p:ph type="dt" idx="168"/>
          </p:nvPr>
        </p:nvSpPr>
        <p:spPr>
          <a:xfrm>
            <a:off x="504000" y="5165280"/>
            <a:ext cx="2313720" cy="3560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24" r:id="rId2"/>
  </p:sldLayoutIdLst>
</p:sldMaster>
</file>

<file path=ppt/slideMasters/slideMaster5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13" name="PlaceHolder 2"/>
          <p:cNvSpPr>
            <a:spLocks noGrp="1"/>
          </p:cNvSpPr>
          <p:nvPr>
            <p:ph type="ftr" idx="169"/>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14" name="PlaceHolder 3"/>
          <p:cNvSpPr>
            <a:spLocks noGrp="1"/>
          </p:cNvSpPr>
          <p:nvPr>
            <p:ph type="sldNum" idx="170"/>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B11521FB-9468-4080-A8EB-A317F785E302}"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315" name="PlaceHolder 4"/>
          <p:cNvSpPr>
            <a:spLocks noGrp="1"/>
          </p:cNvSpPr>
          <p:nvPr>
            <p:ph type="dt" idx="171"/>
          </p:nvPr>
        </p:nvSpPr>
        <p:spPr>
          <a:xfrm>
            <a:off x="504000" y="5165280"/>
            <a:ext cx="2313720" cy="3560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26" r:id="rId2"/>
  </p:sldLayoutIdLst>
</p:sldMaster>
</file>

<file path=ppt/slideMasters/slideMaster5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19" name="PlaceHolder 2"/>
          <p:cNvSpPr>
            <a:spLocks noGrp="1"/>
          </p:cNvSpPr>
          <p:nvPr>
            <p:ph type="ftr" idx="172"/>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20" name="PlaceHolder 3"/>
          <p:cNvSpPr>
            <a:spLocks noGrp="1"/>
          </p:cNvSpPr>
          <p:nvPr>
            <p:ph type="sldNum" idx="173"/>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FAA126C9-13BC-4DB9-8285-3134C06910CD}"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321" name="PlaceHolder 4"/>
          <p:cNvSpPr>
            <a:spLocks noGrp="1"/>
          </p:cNvSpPr>
          <p:nvPr>
            <p:ph type="dt" idx="174"/>
          </p:nvPr>
        </p:nvSpPr>
        <p:spPr>
          <a:xfrm>
            <a:off x="504000" y="5165280"/>
            <a:ext cx="2313720" cy="3560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28" r:id="rId2"/>
  </p:sldLayoutIdLst>
</p:sldMaster>
</file>

<file path=ppt/slideMasters/slideMaster5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25" name="PlaceHolder 2"/>
          <p:cNvSpPr>
            <a:spLocks noGrp="1"/>
          </p:cNvSpPr>
          <p:nvPr>
            <p:ph type="ftr" idx="175"/>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26" name="PlaceHolder 3"/>
          <p:cNvSpPr>
            <a:spLocks noGrp="1"/>
          </p:cNvSpPr>
          <p:nvPr>
            <p:ph type="sldNum" idx="176"/>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38FCF7A2-9121-46A5-9FCF-610ABB187733}"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327" name="PlaceHolder 4"/>
          <p:cNvSpPr>
            <a:spLocks noGrp="1"/>
          </p:cNvSpPr>
          <p:nvPr>
            <p:ph type="dt" idx="177"/>
          </p:nvPr>
        </p:nvSpPr>
        <p:spPr>
          <a:xfrm>
            <a:off x="504000" y="5165280"/>
            <a:ext cx="2313720" cy="3560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30" r:id="rId2"/>
  </p:sldLayoutIdLst>
</p:sldMaster>
</file>

<file path=ppt/slideMasters/slideMaster5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31" name="PlaceHolder 2"/>
          <p:cNvSpPr>
            <a:spLocks noGrp="1"/>
          </p:cNvSpPr>
          <p:nvPr>
            <p:ph type="ftr" idx="178"/>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32" name="PlaceHolder 3"/>
          <p:cNvSpPr>
            <a:spLocks noGrp="1"/>
          </p:cNvSpPr>
          <p:nvPr>
            <p:ph type="sldNum" idx="179"/>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3A6D0C69-34C9-436E-95B6-DAE4E98151DE}"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333" name="PlaceHolder 4"/>
          <p:cNvSpPr>
            <a:spLocks noGrp="1"/>
          </p:cNvSpPr>
          <p:nvPr>
            <p:ph type="dt" idx="180"/>
          </p:nvPr>
        </p:nvSpPr>
        <p:spPr>
          <a:xfrm>
            <a:off x="504000" y="5165280"/>
            <a:ext cx="2313720" cy="3560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32" r:id="rId2"/>
  </p:sldLayoutIdLst>
</p:sldMaster>
</file>

<file path=ppt/slideMasters/slideMaster6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37" name="PlaceHolder 2"/>
          <p:cNvSpPr>
            <a:spLocks noGrp="1"/>
          </p:cNvSpPr>
          <p:nvPr>
            <p:ph type="ftr" idx="181"/>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38" name="PlaceHolder 3"/>
          <p:cNvSpPr>
            <a:spLocks noGrp="1"/>
          </p:cNvSpPr>
          <p:nvPr>
            <p:ph type="sldNum" idx="182"/>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65DF5E18-2938-4A42-AE81-07B5563DAB9E}"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339" name="PlaceHolder 4"/>
          <p:cNvSpPr>
            <a:spLocks noGrp="1"/>
          </p:cNvSpPr>
          <p:nvPr>
            <p:ph type="dt" idx="183"/>
          </p:nvPr>
        </p:nvSpPr>
        <p:spPr>
          <a:xfrm>
            <a:off x="504000" y="5165280"/>
            <a:ext cx="2313720" cy="3560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34" r:id="rId2"/>
  </p:sldLayoutIdLst>
</p:sldMaster>
</file>

<file path=ppt/slideMasters/slideMaster6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43" name="PlaceHolder 2"/>
          <p:cNvSpPr>
            <a:spLocks noGrp="1"/>
          </p:cNvSpPr>
          <p:nvPr>
            <p:ph type="ftr" idx="184"/>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44" name="PlaceHolder 3"/>
          <p:cNvSpPr>
            <a:spLocks noGrp="1"/>
          </p:cNvSpPr>
          <p:nvPr>
            <p:ph type="sldNum" idx="185"/>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727A4ABB-1EAC-4DC6-A7A6-8A816E8FF7A0}"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345" name="PlaceHolder 4"/>
          <p:cNvSpPr>
            <a:spLocks noGrp="1"/>
          </p:cNvSpPr>
          <p:nvPr>
            <p:ph type="dt" idx="186"/>
          </p:nvPr>
        </p:nvSpPr>
        <p:spPr>
          <a:xfrm>
            <a:off x="504000" y="5165280"/>
            <a:ext cx="2313720" cy="3560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36" r:id="rId2"/>
  </p:sldLayoutIdLst>
</p:sldMaster>
</file>

<file path=ppt/slideMasters/slideMaster6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49" name="PlaceHolder 2"/>
          <p:cNvSpPr>
            <a:spLocks noGrp="1"/>
          </p:cNvSpPr>
          <p:nvPr>
            <p:ph type="ftr" idx="187"/>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50" name="PlaceHolder 3"/>
          <p:cNvSpPr>
            <a:spLocks noGrp="1"/>
          </p:cNvSpPr>
          <p:nvPr>
            <p:ph type="sldNum" idx="188"/>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32718AB6-C4F6-4FC0-B31E-D824FD8C77D6}"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351" name="PlaceHolder 4"/>
          <p:cNvSpPr>
            <a:spLocks noGrp="1"/>
          </p:cNvSpPr>
          <p:nvPr>
            <p:ph type="dt" idx="189"/>
          </p:nvPr>
        </p:nvSpPr>
        <p:spPr>
          <a:xfrm>
            <a:off x="504000" y="5165280"/>
            <a:ext cx="2313720" cy="3560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38" r:id="rId2"/>
  </p:sldLayoutIdLst>
</p:sldMaster>
</file>

<file path=ppt/slideMasters/slideMaster6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55" name="PlaceHolder 2"/>
          <p:cNvSpPr>
            <a:spLocks noGrp="1"/>
          </p:cNvSpPr>
          <p:nvPr>
            <p:ph type="ftr" idx="190"/>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56" name="PlaceHolder 3"/>
          <p:cNvSpPr>
            <a:spLocks noGrp="1"/>
          </p:cNvSpPr>
          <p:nvPr>
            <p:ph type="sldNum" idx="191"/>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16EFB1AC-F82D-41FF-A305-015DA310AC55}"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357" name="PlaceHolder 4"/>
          <p:cNvSpPr>
            <a:spLocks noGrp="1"/>
          </p:cNvSpPr>
          <p:nvPr>
            <p:ph type="dt" idx="192"/>
          </p:nvPr>
        </p:nvSpPr>
        <p:spPr>
          <a:xfrm>
            <a:off x="504000" y="5165280"/>
            <a:ext cx="2313720" cy="3560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40" r:id="rId2"/>
  </p:sldLayoutIdLst>
</p:sldMaster>
</file>

<file path=ppt/slideMasters/slideMaster6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61" name="PlaceHolder 2"/>
          <p:cNvSpPr>
            <a:spLocks noGrp="1"/>
          </p:cNvSpPr>
          <p:nvPr>
            <p:ph type="ftr" idx="193"/>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62" name="PlaceHolder 3"/>
          <p:cNvSpPr>
            <a:spLocks noGrp="1"/>
          </p:cNvSpPr>
          <p:nvPr>
            <p:ph type="sldNum" idx="194"/>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019BE4C1-C492-4E79-AAF9-FF10B0CCA3EA}"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363" name="PlaceHolder 4"/>
          <p:cNvSpPr>
            <a:spLocks noGrp="1"/>
          </p:cNvSpPr>
          <p:nvPr>
            <p:ph type="dt" idx="195"/>
          </p:nvPr>
        </p:nvSpPr>
        <p:spPr>
          <a:xfrm>
            <a:off x="504000" y="5165280"/>
            <a:ext cx="2313720" cy="3560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42" r:id="rId2"/>
  </p:sldLayoutIdLst>
</p:sldMaster>
</file>

<file path=ppt/slideMasters/slideMaster6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67" name="PlaceHolder 2"/>
          <p:cNvSpPr>
            <a:spLocks noGrp="1"/>
          </p:cNvSpPr>
          <p:nvPr>
            <p:ph type="ftr" idx="196"/>
          </p:nvPr>
        </p:nvSpPr>
        <p:spPr>
          <a:xfrm>
            <a:off x="3447360" y="5165280"/>
            <a:ext cx="3160440" cy="3560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68" name="PlaceHolder 3"/>
          <p:cNvSpPr>
            <a:spLocks noGrp="1"/>
          </p:cNvSpPr>
          <p:nvPr>
            <p:ph type="sldNum" idx="197"/>
          </p:nvPr>
        </p:nvSpPr>
        <p:spPr>
          <a:xfrm>
            <a:off x="7227360" y="5165280"/>
            <a:ext cx="2313720" cy="3560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A018B2EF-1F2F-4E54-BAED-DABE94B3763D}"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369" name="PlaceHolder 4"/>
          <p:cNvSpPr>
            <a:spLocks noGrp="1"/>
          </p:cNvSpPr>
          <p:nvPr>
            <p:ph type="dt" idx="198"/>
          </p:nvPr>
        </p:nvSpPr>
        <p:spPr>
          <a:xfrm>
            <a:off x="504000" y="5165280"/>
            <a:ext cx="2313720" cy="3560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44" r:id="rId2"/>
  </p:sldLayoutIdLst>
</p:sldMaster>
</file>

<file path=ppt/slideMasters/slideMaster6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73" name="PlaceHolder 2"/>
          <p:cNvSpPr>
            <a:spLocks noGrp="1"/>
          </p:cNvSpPr>
          <p:nvPr>
            <p:ph type="ftr" idx="199"/>
          </p:nvPr>
        </p:nvSpPr>
        <p:spPr>
          <a:xfrm>
            <a:off x="3447360" y="5165280"/>
            <a:ext cx="3162240" cy="3578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74" name="PlaceHolder 3"/>
          <p:cNvSpPr>
            <a:spLocks noGrp="1"/>
          </p:cNvSpPr>
          <p:nvPr>
            <p:ph type="sldNum" idx="200"/>
          </p:nvPr>
        </p:nvSpPr>
        <p:spPr>
          <a:xfrm>
            <a:off x="7227360" y="5165280"/>
            <a:ext cx="2315520" cy="3578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414521A1-439C-4031-8E74-76B31B36B8E0}"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375" name="PlaceHolder 4"/>
          <p:cNvSpPr>
            <a:spLocks noGrp="1"/>
          </p:cNvSpPr>
          <p:nvPr>
            <p:ph type="dt" idx="201"/>
          </p:nvPr>
        </p:nvSpPr>
        <p:spPr>
          <a:xfrm>
            <a:off x="504000" y="5165280"/>
            <a:ext cx="2315520" cy="3578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46" r:id="rId2"/>
  </p:sldLayoutIdLst>
</p:sldMaster>
</file>

<file path=ppt/slideMasters/slideMaster6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PlaceHolder 1"/>
          <p:cNvSpPr>
            <a:spLocks noGrp="1"/>
          </p:cNvSpPr>
          <p:nvPr>
            <p:ph type="title"/>
          </p:nvPr>
        </p:nvSpPr>
        <p:spPr>
          <a:xfrm>
            <a:off x="504000" y="555120"/>
            <a:ext cx="903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79" name="PlaceHolder 2"/>
          <p:cNvSpPr>
            <a:spLocks noGrp="1"/>
          </p:cNvSpPr>
          <p:nvPr>
            <p:ph type="ftr" idx="202"/>
          </p:nvPr>
        </p:nvSpPr>
        <p:spPr>
          <a:xfrm>
            <a:off x="3447360" y="5165280"/>
            <a:ext cx="3162240" cy="3578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80" name="PlaceHolder 3"/>
          <p:cNvSpPr>
            <a:spLocks noGrp="1"/>
          </p:cNvSpPr>
          <p:nvPr>
            <p:ph type="sldNum" idx="203"/>
          </p:nvPr>
        </p:nvSpPr>
        <p:spPr>
          <a:xfrm>
            <a:off x="7227360" y="5165280"/>
            <a:ext cx="2315520" cy="35784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2E4815C1-64A2-4B80-B24F-55B2C72C183E}"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381" name="PlaceHolder 4"/>
          <p:cNvSpPr>
            <a:spLocks noGrp="1"/>
          </p:cNvSpPr>
          <p:nvPr>
            <p:ph type="dt" idx="204"/>
          </p:nvPr>
        </p:nvSpPr>
        <p:spPr>
          <a:xfrm>
            <a:off x="504000" y="5165280"/>
            <a:ext cx="2315520" cy="3578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82"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748"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68.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slideLayout" Target="../slideLayouts/slideLayout41.xml"/><Relationship Id="rId6"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41.xml"/><Relationship Id="rId5"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4.png"/><Relationship Id="rId7" Type="http://schemas.openxmlformats.org/officeDocument/2006/relationships/slideLayout" Target="../slideLayouts/slideLayout41.xml"/><Relationship Id="rId8"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7.jpeg"/><Relationship Id="rId8" Type="http://schemas.openxmlformats.org/officeDocument/2006/relationships/slideLayout" Target="../slideLayouts/slideLayout41.xml"/><Relationship Id="rId9"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slideLayout" Target="../slideLayouts/slideLayout41.xml"/><Relationship Id="rId5"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14.png"/><Relationship Id="rId4" Type="http://schemas.openxmlformats.org/officeDocument/2006/relationships/image" Target="../media/image15.jpeg"/><Relationship Id="rId5" Type="http://schemas.openxmlformats.org/officeDocument/2006/relationships/slideLayout" Target="../slideLayouts/slideLayout41.xml"/><Relationship Id="rId6"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slideLayout" Target="../slideLayouts/slideLayout41.xml"/><Relationship Id="rId7"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23.png"/><Relationship Id="rId8" Type="http://schemas.openxmlformats.org/officeDocument/2006/relationships/slideLayout" Target="../slideLayouts/slideLayout41.xml"/><Relationship Id="rId9"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5.png"/><Relationship Id="rId5" Type="http://schemas.openxmlformats.org/officeDocument/2006/relationships/slideLayout" Target="../slideLayouts/slideLayout41.xml"/><Relationship Id="rId6"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image" Target="../media/image1.png"/><Relationship Id="rId4" Type="http://schemas.openxmlformats.org/officeDocument/2006/relationships/image" Target="../media/image28.png"/><Relationship Id="rId5" Type="http://schemas.openxmlformats.org/officeDocument/2006/relationships/slideLayout" Target="../slideLayouts/slideLayout41.xml"/><Relationship Id="rId6"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1.png"/><Relationship Id="rId3" Type="http://schemas.openxmlformats.org/officeDocument/2006/relationships/slideLayout" Target="../slideLayouts/slideLayout41.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1.png"/><Relationship Id="rId3" Type="http://schemas.openxmlformats.org/officeDocument/2006/relationships/image" Target="../media/image28.png"/><Relationship Id="rId4" Type="http://schemas.openxmlformats.org/officeDocument/2006/relationships/slideLayout" Target="../slideLayouts/slideLayout41.xml"/><Relationship Id="rId5"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15.jpe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slideLayout" Target="../slideLayouts/slideLayout41.xml"/><Relationship Id="rId6"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slideLayout" Target="../slideLayouts/slideLayout41.xml"/><Relationship Id="rId8"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41.xml"/><Relationship Id="rId4"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41.xml"/><Relationship Id="rId4"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35.png"/><Relationship Id="rId3" Type="http://schemas.openxmlformats.org/officeDocument/2006/relationships/slideLayout" Target="../slideLayouts/slideLayout41.xml"/><Relationship Id="rId4"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5.png"/><Relationship Id="rId5" Type="http://schemas.openxmlformats.org/officeDocument/2006/relationships/slideLayout" Target="../slideLayouts/slideLayout41.xml"/><Relationship Id="rId6"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15.jpeg"/><Relationship Id="rId5" Type="http://schemas.openxmlformats.org/officeDocument/2006/relationships/image" Target="../media/image42.png"/><Relationship Id="rId6" Type="http://schemas.openxmlformats.org/officeDocument/2006/relationships/slideLayout" Target="../slideLayouts/slideLayout41.xml"/><Relationship Id="rId7"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1.xml"/><Relationship Id="rId6"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image" Target="../media/image46.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slideLayout" Target="../slideLayouts/slideLayout41.xml"/><Relationship Id="rId8"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49.png"/><Relationship Id="rId4" Type="http://schemas.openxmlformats.org/officeDocument/2006/relationships/slideLayout" Target="../slideLayouts/slideLayout41.xml"/><Relationship Id="rId5"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50.png"/><Relationship Id="rId2" Type="http://schemas.openxmlformats.org/officeDocument/2006/relationships/image" Target="../media/image8.png"/><Relationship Id="rId3" Type="http://schemas.openxmlformats.org/officeDocument/2006/relationships/image" Target="../media/image7.jpe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slideLayout" Target="../slideLayouts/slideLayout41.xml"/>
</Relationships>
</file>

<file path=ppt/slides/_rels/slide2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41.xml"/>
</Relationships>
</file>

<file path=ppt/slides/_rels/slide26.xml.rels><?xml version="1.0" encoding="UTF-8"?>
<Relationships xmlns="http://schemas.openxmlformats.org/package/2006/relationships"><Relationship Id="rId1" Type="http://schemas.openxmlformats.org/officeDocument/2006/relationships/hyperlink" Target="https://www.cdc.gov/" TargetMode="Externa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41.xml"/>
</Relationships>
</file>

<file path=ppt/slides/_rels/slide2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41.xml"/>
</Relationships>
</file>

<file path=ppt/slides/_rels/slide2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41.xml"/>
</Relationships>
</file>

<file path=ppt/slides/_rels/slide29.xml.rels><?xml version="1.0" encoding="UTF-8"?>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1.xml"/>
</Relationships>
</file>

<file path=ppt/slides/_rels/slide3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41.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4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
          <p:cNvSpPr/>
          <p:nvPr/>
        </p:nvSpPr>
        <p:spPr>
          <a:xfrm>
            <a:off x="0" y="0"/>
            <a:ext cx="10007640" cy="51102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1" lang="en-US" sz="3600" strike="noStrike" u="none">
                <a:solidFill>
                  <a:srgbClr val="000000"/>
                </a:solidFill>
                <a:effectLst/>
                <a:uFillTx/>
                <a:latin typeface="Arial"/>
                <a:ea typeface="DejaVu Sans"/>
              </a:rPr>
              <a:t>Modeling and Simulation of the Shape and Interior Pressure of Enveloped Viruses:</a:t>
            </a:r>
            <a:endParaRPr b="0" lang="en-US" sz="3600" strike="noStrike" u="none">
              <a:solidFill>
                <a:srgbClr val="000000"/>
              </a:solidFill>
              <a:effectLst/>
              <a:uFillTx/>
              <a:latin typeface="Arial"/>
            </a:endParaRPr>
          </a:p>
          <a:p>
            <a:pPr algn="ctr">
              <a:lnSpc>
                <a:spcPct val="100000"/>
              </a:lnSpc>
            </a:pPr>
            <a:r>
              <a:rPr b="1" lang="en-US" sz="4000" strike="noStrike" u="none">
                <a:solidFill>
                  <a:srgbClr val="000000"/>
                </a:solidFill>
                <a:effectLst/>
                <a:uFillTx/>
                <a:latin typeface="Arial"/>
                <a:ea typeface="DejaVu Sans"/>
              </a:rPr>
              <a:t> </a:t>
            </a:r>
            <a:r>
              <a:rPr b="1" lang="en-US" sz="2800" strike="noStrike" u="none">
                <a:solidFill>
                  <a:srgbClr val="000000"/>
                </a:solidFill>
                <a:effectLst/>
                <a:uFillTx/>
                <a:latin typeface="Arial"/>
                <a:ea typeface="DejaVu Sans"/>
              </a:rPr>
              <a:t>Motivated by Orthopoxviruses and Coronaviruses </a:t>
            </a:r>
            <a:endParaRPr b="0" lang="en-US" sz="2800" strike="noStrike" u="none">
              <a:solidFill>
                <a:srgbClr val="000000"/>
              </a:solidFill>
              <a:effectLst/>
              <a:uFillTx/>
              <a:latin typeface="Arial"/>
            </a:endParaRPr>
          </a:p>
          <a:p>
            <a:pPr algn="ctr">
              <a:lnSpc>
                <a:spcPct val="100000"/>
              </a:lnSpc>
            </a:pPr>
            <a:endParaRPr b="0" lang="en-US" sz="1000" strike="noStrike" u="none">
              <a:solidFill>
                <a:srgbClr val="000000"/>
              </a:solidFill>
              <a:effectLst/>
              <a:uFillTx/>
              <a:latin typeface="Arial"/>
            </a:endParaRPr>
          </a:p>
          <a:p>
            <a:pPr algn="ctr">
              <a:lnSpc>
                <a:spcPct val="100000"/>
              </a:lnSpc>
            </a:pPr>
            <a:endParaRPr b="0" lang="en-US" sz="2200" strike="noStrike" u="none">
              <a:solidFill>
                <a:srgbClr val="000000"/>
              </a:solidFill>
              <a:effectLst/>
              <a:uFillTx/>
              <a:latin typeface="Arial"/>
            </a:endParaRPr>
          </a:p>
          <a:p>
            <a:pPr algn="ctr">
              <a:lnSpc>
                <a:spcPct val="100000"/>
              </a:lnSpc>
            </a:pPr>
            <a:endParaRPr b="0" lang="en-US" sz="2200" strike="noStrike" u="none">
              <a:solidFill>
                <a:srgbClr val="000000"/>
              </a:solidFill>
              <a:effectLst/>
              <a:uFillTx/>
              <a:latin typeface="Arial"/>
            </a:endParaRPr>
          </a:p>
          <a:p>
            <a:pPr algn="ctr">
              <a:lnSpc>
                <a:spcPct val="100000"/>
              </a:lnSpc>
            </a:pPr>
            <a:endParaRPr b="0" lang="en-US" sz="2200" strike="noStrike" u="none">
              <a:solidFill>
                <a:srgbClr val="000000"/>
              </a:solidFill>
              <a:effectLst/>
              <a:uFillTx/>
              <a:latin typeface="Arial"/>
            </a:endParaRPr>
          </a:p>
          <a:p>
            <a:pPr algn="ctr">
              <a:lnSpc>
                <a:spcPct val="100000"/>
              </a:lnSpc>
            </a:pPr>
            <a:r>
              <a:rPr b="1" lang="en-US" sz="2200" strike="noStrike" u="none">
                <a:solidFill>
                  <a:srgbClr val="000000"/>
                </a:solidFill>
                <a:effectLst/>
                <a:uFillTx/>
                <a:latin typeface="Arial"/>
                <a:ea typeface="DejaVu Sans"/>
              </a:rPr>
              <a:t>Hua Deng</a:t>
            </a:r>
            <a:endParaRPr b="0" lang="en-US" sz="2200" strike="noStrike" u="none">
              <a:solidFill>
                <a:srgbClr val="000000"/>
              </a:solidFill>
              <a:effectLst/>
              <a:uFillTx/>
              <a:latin typeface="Arial"/>
            </a:endParaRPr>
          </a:p>
          <a:p>
            <a:pPr algn="ctr">
              <a:lnSpc>
                <a:spcPct val="100000"/>
              </a:lnSpc>
            </a:pPr>
            <a:r>
              <a:rPr b="0" lang="en-US" sz="2200" strike="noStrike" u="none">
                <a:solidFill>
                  <a:srgbClr val="000000"/>
                </a:solidFill>
                <a:effectLst/>
                <a:uFillTx/>
                <a:latin typeface="Arial"/>
                <a:ea typeface="DejaVu Sans"/>
              </a:rPr>
              <a:t>Advisor: Professor Chwen-Yang Shew </a:t>
            </a:r>
            <a:endParaRPr b="0" lang="en-US" sz="2200" strike="noStrike" u="none">
              <a:solidFill>
                <a:srgbClr val="000000"/>
              </a:solidFill>
              <a:effectLst/>
              <a:uFillTx/>
              <a:latin typeface="Arial"/>
            </a:endParaRPr>
          </a:p>
          <a:p>
            <a:pPr algn="ctr">
              <a:lnSpc>
                <a:spcPct val="100000"/>
              </a:lnSpc>
            </a:pPr>
            <a:r>
              <a:rPr b="0" lang="en-US" sz="2200" strike="noStrike" u="none">
                <a:solidFill>
                  <a:srgbClr val="000000"/>
                </a:solidFill>
                <a:effectLst/>
                <a:uFillTx/>
                <a:latin typeface="Arial"/>
                <a:ea typeface="DejaVu Sans"/>
              </a:rPr>
              <a:t>Doctoral Chemistry Program, Department of Chemistry </a:t>
            </a:r>
            <a:endParaRPr b="0" lang="en-US" sz="2200" strike="noStrike" u="none">
              <a:solidFill>
                <a:srgbClr val="000000"/>
              </a:solidFill>
              <a:effectLst/>
              <a:uFillTx/>
              <a:latin typeface="Arial"/>
            </a:endParaRPr>
          </a:p>
          <a:p>
            <a:pPr algn="ctr">
              <a:lnSpc>
                <a:spcPct val="100000"/>
              </a:lnSpc>
            </a:pPr>
            <a:r>
              <a:rPr b="0" lang="en-US" sz="2200" strike="noStrike" u="none">
                <a:solidFill>
                  <a:srgbClr val="000000"/>
                </a:solidFill>
                <a:effectLst/>
                <a:uFillTx/>
                <a:latin typeface="Arial"/>
                <a:ea typeface="DejaVu Sans"/>
              </a:rPr>
              <a:t>College of Staten Island, Staten Island, NY 10314 </a:t>
            </a:r>
            <a:endParaRPr b="0" lang="en-US" sz="2200" strike="noStrike" u="none">
              <a:solidFill>
                <a:srgbClr val="000000"/>
              </a:solidFill>
              <a:effectLst/>
              <a:uFillTx/>
              <a:latin typeface="Arial"/>
            </a:endParaRPr>
          </a:p>
        </p:txBody>
      </p:sp>
      <p:pic>
        <p:nvPicPr>
          <p:cNvPr id="392" name="" descr=""/>
          <p:cNvPicPr/>
          <p:nvPr/>
        </p:nvPicPr>
        <p:blipFill>
          <a:blip r:embed="rId1"/>
          <a:stretch/>
        </p:blipFill>
        <p:spPr>
          <a:xfrm>
            <a:off x="0" y="5227200"/>
            <a:ext cx="1862280" cy="412200"/>
          </a:xfrm>
          <a:prstGeom prst="rect">
            <a:avLst/>
          </a:prstGeom>
          <a:noFill/>
          <a:ln w="0">
            <a:noFill/>
          </a:ln>
        </p:spPr>
      </p:pic>
      <p:pic>
        <p:nvPicPr>
          <p:cNvPr id="393" name="" descr=""/>
          <p:cNvPicPr/>
          <p:nvPr/>
        </p:nvPicPr>
        <p:blipFill>
          <a:blip r:embed="rId2"/>
          <a:stretch/>
        </p:blipFill>
        <p:spPr>
          <a:xfrm>
            <a:off x="8972280" y="5221080"/>
            <a:ext cx="1077120" cy="418320"/>
          </a:xfrm>
          <a:prstGeom prst="rect">
            <a:avLst/>
          </a:prstGeom>
          <a:noFill/>
          <a:ln w="0">
            <a:noFill/>
          </a:ln>
        </p:spPr>
      </p:pic>
      <p:sp>
        <p:nvSpPr>
          <p:cNvPr id="394" name=""/>
          <p:cNvSpPr/>
          <p:nvPr/>
        </p:nvSpPr>
        <p:spPr>
          <a:xfrm>
            <a:off x="7704360" y="3713760"/>
            <a:ext cx="1581120" cy="2095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95" name="" descr=""/>
          <p:cNvPicPr/>
          <p:nvPr/>
        </p:nvPicPr>
        <p:blipFill>
          <a:blip r:embed="rId1"/>
          <a:srcRect l="11007" t="0" r="0" b="0"/>
          <a:stretch/>
        </p:blipFill>
        <p:spPr>
          <a:xfrm>
            <a:off x="3227040" y="1105200"/>
            <a:ext cx="3281760" cy="3193920"/>
          </a:xfrm>
          <a:prstGeom prst="rect">
            <a:avLst/>
          </a:prstGeom>
          <a:noFill/>
          <a:ln w="18000">
            <a:noFill/>
          </a:ln>
        </p:spPr>
      </p:pic>
      <p:sp>
        <p:nvSpPr>
          <p:cNvPr id="396" name=""/>
          <p:cNvSpPr/>
          <p:nvPr/>
        </p:nvSpPr>
        <p:spPr>
          <a:xfrm>
            <a:off x="3927240" y="4424400"/>
            <a:ext cx="2114640" cy="227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900" strike="noStrike" u="none">
                <a:solidFill>
                  <a:srgbClr val="000000"/>
                </a:solidFill>
                <a:effectLst/>
                <a:uFillTx/>
                <a:latin typeface="Calibri"/>
                <a:ea typeface="DejaVu Sans"/>
              </a:rPr>
              <a:t>Figure 3 Diagram of the viral life cycle. </a:t>
            </a:r>
            <a:endParaRPr b="0" lang="en-US" sz="900" strike="noStrike" u="none">
              <a:solidFill>
                <a:srgbClr val="000000"/>
              </a:solidFill>
              <a:effectLst/>
              <a:uFillTx/>
              <a:latin typeface="Arial"/>
            </a:endParaRPr>
          </a:p>
        </p:txBody>
      </p:sp>
      <p:pic>
        <p:nvPicPr>
          <p:cNvPr id="397" name="" descr=""/>
          <p:cNvPicPr/>
          <p:nvPr/>
        </p:nvPicPr>
        <p:blipFill>
          <a:blip r:embed="rId2"/>
          <a:srcRect l="0" t="0" r="0" b="6059"/>
          <a:stretch/>
        </p:blipFill>
        <p:spPr>
          <a:xfrm>
            <a:off x="272880" y="1654560"/>
            <a:ext cx="2616480" cy="1697400"/>
          </a:xfrm>
          <a:prstGeom prst="rect">
            <a:avLst/>
          </a:prstGeom>
          <a:noFill/>
          <a:ln w="18000">
            <a:noFill/>
          </a:ln>
        </p:spPr>
      </p:pic>
      <p:pic>
        <p:nvPicPr>
          <p:cNvPr id="398" name="" descr=""/>
          <p:cNvPicPr/>
          <p:nvPr/>
        </p:nvPicPr>
        <p:blipFill>
          <a:blip r:embed="rId3"/>
          <a:srcRect l="3934" t="6266" r="4571" b="7637"/>
          <a:stretch/>
        </p:blipFill>
        <p:spPr>
          <a:xfrm>
            <a:off x="6764400" y="1751400"/>
            <a:ext cx="3006360" cy="1719000"/>
          </a:xfrm>
          <a:prstGeom prst="rect">
            <a:avLst/>
          </a:prstGeom>
          <a:noFill/>
          <a:ln w="18000">
            <a:noFill/>
          </a:ln>
        </p:spPr>
      </p:pic>
      <p:sp>
        <p:nvSpPr>
          <p:cNvPr id="399" name=""/>
          <p:cNvSpPr/>
          <p:nvPr/>
        </p:nvSpPr>
        <p:spPr>
          <a:xfrm>
            <a:off x="826560" y="3472920"/>
            <a:ext cx="1851120" cy="227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900" strike="noStrike" u="none">
                <a:solidFill>
                  <a:srgbClr val="000000"/>
                </a:solidFill>
                <a:effectLst/>
                <a:uFillTx/>
                <a:latin typeface="Calibri"/>
                <a:ea typeface="DejaVu Sans"/>
              </a:rPr>
              <a:t>Figure 1 SARS-CoV-2 particles</a:t>
            </a:r>
            <a:endParaRPr b="0" lang="en-US" sz="900" strike="noStrike" u="none">
              <a:solidFill>
                <a:srgbClr val="000000"/>
              </a:solidFill>
              <a:effectLst/>
              <a:uFillTx/>
              <a:latin typeface="Arial"/>
            </a:endParaRPr>
          </a:p>
        </p:txBody>
      </p:sp>
      <p:sp>
        <p:nvSpPr>
          <p:cNvPr id="400" name=""/>
          <p:cNvSpPr/>
          <p:nvPr/>
        </p:nvSpPr>
        <p:spPr>
          <a:xfrm>
            <a:off x="7313400" y="3547080"/>
            <a:ext cx="2003760" cy="227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900" strike="noStrike" u="none">
                <a:solidFill>
                  <a:srgbClr val="000000"/>
                </a:solidFill>
                <a:effectLst/>
                <a:uFillTx/>
                <a:latin typeface="Calibri"/>
                <a:ea typeface="DejaVu Sans"/>
              </a:rPr>
              <a:t>Figure 3 Monkeypox virus particles</a:t>
            </a:r>
            <a:endParaRPr b="0" lang="en-US" sz="900" strike="noStrike" u="none">
              <a:solidFill>
                <a:srgbClr val="000000"/>
              </a:solidFill>
              <a:effectLst/>
              <a:uFillTx/>
              <a:latin typeface="Arial"/>
            </a:endParaRPr>
          </a:p>
        </p:txBody>
      </p:sp>
      <p:sp>
        <p:nvSpPr>
          <p:cNvPr id="401" name="PlaceHolder 21"/>
          <p:cNvSpPr/>
          <p:nvPr/>
        </p:nvSpPr>
        <p:spPr>
          <a:xfrm>
            <a:off x="1892160" y="360"/>
            <a:ext cx="6112440" cy="41004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r>
              <a:rPr b="1" lang="en-US" sz="2400" strike="noStrike" u="none">
                <a:solidFill>
                  <a:schemeClr val="lt1"/>
                </a:solidFill>
                <a:effectLst/>
                <a:uFillTx/>
                <a:latin typeface="Calibri Light"/>
                <a:ea typeface="DejaVu Sans"/>
              </a:rPr>
              <a:t>Introduction</a:t>
            </a:r>
            <a:endParaRPr b="0" lang="en-US" sz="2400" strike="noStrike" u="none">
              <a:solidFill>
                <a:srgbClr val="ffffff"/>
              </a:solidFill>
              <a:effectLst/>
              <a:uFillTx/>
              <a:latin typeface="Arial"/>
            </a:endParaRPr>
          </a:p>
        </p:txBody>
      </p:sp>
      <p:pic>
        <p:nvPicPr>
          <p:cNvPr id="402" name="" descr=""/>
          <p:cNvPicPr/>
          <p:nvPr/>
        </p:nvPicPr>
        <p:blipFill>
          <a:blip r:embed="rId4"/>
          <a:stretch/>
        </p:blipFill>
        <p:spPr>
          <a:xfrm>
            <a:off x="360" y="360"/>
            <a:ext cx="1860480" cy="410400"/>
          </a:xfrm>
          <a:prstGeom prst="rect">
            <a:avLst/>
          </a:prstGeom>
          <a:noFill/>
          <a:ln w="0">
            <a:noFill/>
          </a:ln>
        </p:spPr>
      </p:pic>
      <p:sp>
        <p:nvSpPr>
          <p:cNvPr id="2" name="PlaceHolder 1"/>
          <p:cNvSpPr>
            <a:spLocks noGrp="1"/>
          </p:cNvSpPr>
          <p:nvPr>
            <p:ph type="sldNum" idx="41"/>
          </p:nvPr>
        </p:nvSpPr>
        <p:spPr/>
        <p:txBody>
          <a:bodyPr/>
          <a:p>
            <a:fld id="{718C0855-AE5C-47E9-816F-D2F71978A6D6}"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03" name="" descr=""/>
          <p:cNvPicPr/>
          <p:nvPr/>
        </p:nvPicPr>
        <p:blipFill>
          <a:blip r:embed="rId1"/>
          <a:stretch/>
        </p:blipFill>
        <p:spPr>
          <a:xfrm>
            <a:off x="1379520" y="515160"/>
            <a:ext cx="6723000" cy="4601160"/>
          </a:xfrm>
          <a:prstGeom prst="rect">
            <a:avLst/>
          </a:prstGeom>
          <a:noFill/>
          <a:ln w="0">
            <a:noFill/>
          </a:ln>
        </p:spPr>
      </p:pic>
      <p:pic>
        <p:nvPicPr>
          <p:cNvPr id="404" name="" descr=""/>
          <p:cNvPicPr/>
          <p:nvPr/>
        </p:nvPicPr>
        <p:blipFill>
          <a:blip r:embed="rId2"/>
          <a:stretch/>
        </p:blipFill>
        <p:spPr>
          <a:xfrm>
            <a:off x="0" y="0"/>
            <a:ext cx="1860480" cy="410400"/>
          </a:xfrm>
          <a:prstGeom prst="rect">
            <a:avLst/>
          </a:prstGeom>
          <a:noFill/>
          <a:ln w="0">
            <a:noFill/>
          </a:ln>
        </p:spPr>
      </p:pic>
      <p:pic>
        <p:nvPicPr>
          <p:cNvPr id="405" name="" descr=""/>
          <p:cNvPicPr/>
          <p:nvPr/>
        </p:nvPicPr>
        <p:blipFill>
          <a:blip r:embed="rId3"/>
          <a:stretch/>
        </p:blipFill>
        <p:spPr>
          <a:xfrm>
            <a:off x="8980920" y="0"/>
            <a:ext cx="1075320" cy="416520"/>
          </a:xfrm>
          <a:prstGeom prst="rect">
            <a:avLst/>
          </a:prstGeom>
          <a:noFill/>
          <a:ln w="0">
            <a:noFill/>
          </a:ln>
        </p:spPr>
      </p:pic>
      <p:sp>
        <p:nvSpPr>
          <p:cNvPr id="406" name="PlaceHolder 7"/>
          <p:cNvSpPr/>
          <p:nvPr/>
        </p:nvSpPr>
        <p:spPr>
          <a:xfrm>
            <a:off x="1892160" y="360"/>
            <a:ext cx="6112440" cy="41004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r>
              <a:rPr b="1" lang="en-US" sz="2400" strike="noStrike" u="none">
                <a:solidFill>
                  <a:schemeClr val="lt1"/>
                </a:solidFill>
                <a:effectLst/>
                <a:uFillTx/>
                <a:latin typeface="Calibri Light"/>
                <a:ea typeface="DejaVu Sans"/>
              </a:rPr>
              <a:t>Introduction</a:t>
            </a:r>
            <a:endParaRPr b="0" lang="en-US" sz="2400" strike="noStrike" u="none">
              <a:solidFill>
                <a:srgbClr val="ffffff"/>
              </a:solidFill>
              <a:effectLst/>
              <a:uFillTx/>
              <a:latin typeface="Arial"/>
            </a:endParaRPr>
          </a:p>
        </p:txBody>
      </p:sp>
      <p:sp>
        <p:nvSpPr>
          <p:cNvPr id="407" name=""/>
          <p:cNvSpPr/>
          <p:nvPr/>
        </p:nvSpPr>
        <p:spPr>
          <a:xfrm>
            <a:off x="4009320" y="5220360"/>
            <a:ext cx="2119680" cy="227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900" strike="noStrike" u="none">
                <a:solidFill>
                  <a:srgbClr val="000000"/>
                </a:solidFill>
                <a:effectLst/>
                <a:uFillTx/>
                <a:latin typeface="Calibri"/>
                <a:ea typeface="DejaVu Sans"/>
              </a:rPr>
              <a:t>Figure 4 SARS-CoV-2 particles</a:t>
            </a:r>
            <a:endParaRPr b="0" lang="en-US" sz="900" strike="noStrike" u="none">
              <a:solidFill>
                <a:srgbClr val="000000"/>
              </a:solidFill>
              <a:effectLst/>
              <a:uFillTx/>
              <a:latin typeface="Arial"/>
            </a:endParaRPr>
          </a:p>
        </p:txBody>
      </p:sp>
      <p:sp>
        <p:nvSpPr>
          <p:cNvPr id="2" name="PlaceHolder 1"/>
          <p:cNvSpPr>
            <a:spLocks noGrp="1"/>
          </p:cNvSpPr>
          <p:nvPr>
            <p:ph type="sldNum" idx="41"/>
          </p:nvPr>
        </p:nvSpPr>
        <p:spPr/>
        <p:txBody>
          <a:bodyPr/>
          <a:p>
            <a:fld id="{710DA8FD-7DD7-4A59-A001-B9C1DA2B0A88}"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8" name=""/>
          <p:cNvSpPr/>
          <p:nvPr/>
        </p:nvSpPr>
        <p:spPr>
          <a:xfrm>
            <a:off x="131760" y="643680"/>
            <a:ext cx="9696600" cy="2352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400" strike="noStrike" u="none">
                <a:solidFill>
                  <a:srgbClr val="000000"/>
                </a:solidFill>
                <a:effectLst/>
                <a:uFillTx/>
                <a:latin typeface="Arial"/>
                <a:ea typeface="DejaVu Sans"/>
              </a:rPr>
              <a:t>	</a:t>
            </a:r>
            <a:endParaRPr b="0" lang="en-US" sz="1400" strike="noStrike" u="none">
              <a:solidFill>
                <a:srgbClr val="000000"/>
              </a:solidFill>
              <a:effectLst/>
              <a:uFillTx/>
              <a:latin typeface="Arial"/>
            </a:endParaRPr>
          </a:p>
        </p:txBody>
      </p:sp>
      <p:pic>
        <p:nvPicPr>
          <p:cNvPr id="409" name="" descr=""/>
          <p:cNvPicPr/>
          <p:nvPr/>
        </p:nvPicPr>
        <p:blipFill>
          <a:blip r:embed="rId1"/>
          <a:stretch/>
        </p:blipFill>
        <p:spPr>
          <a:xfrm>
            <a:off x="0" y="0"/>
            <a:ext cx="1860480" cy="410400"/>
          </a:xfrm>
          <a:prstGeom prst="rect">
            <a:avLst/>
          </a:prstGeom>
          <a:noFill/>
          <a:ln w="0">
            <a:noFill/>
          </a:ln>
        </p:spPr>
      </p:pic>
      <p:pic>
        <p:nvPicPr>
          <p:cNvPr id="410" name="" descr=""/>
          <p:cNvPicPr/>
          <p:nvPr/>
        </p:nvPicPr>
        <p:blipFill>
          <a:blip r:embed="rId2"/>
          <a:stretch/>
        </p:blipFill>
        <p:spPr>
          <a:xfrm>
            <a:off x="8946000" y="12960"/>
            <a:ext cx="1075320" cy="416520"/>
          </a:xfrm>
          <a:prstGeom prst="rect">
            <a:avLst/>
          </a:prstGeom>
          <a:noFill/>
          <a:ln w="0">
            <a:noFill/>
          </a:ln>
        </p:spPr>
      </p:pic>
      <p:sp>
        <p:nvSpPr>
          <p:cNvPr id="411" name="PlaceHolder 14"/>
          <p:cNvSpPr/>
          <p:nvPr/>
        </p:nvSpPr>
        <p:spPr>
          <a:xfrm>
            <a:off x="1892160" y="360"/>
            <a:ext cx="6112440" cy="41004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r>
              <a:rPr b="1" lang="en-US" sz="2400" strike="noStrike" u="none">
                <a:solidFill>
                  <a:schemeClr val="lt1"/>
                </a:solidFill>
                <a:effectLst/>
                <a:uFillTx/>
                <a:latin typeface="Calibri Light"/>
                <a:ea typeface="DejaVu Sans"/>
              </a:rPr>
              <a:t>Introduction</a:t>
            </a:r>
            <a:endParaRPr b="0" lang="en-US" sz="2400" strike="noStrike" u="none">
              <a:solidFill>
                <a:srgbClr val="ffffff"/>
              </a:solidFill>
              <a:effectLst/>
              <a:uFillTx/>
              <a:latin typeface="Arial"/>
            </a:endParaRPr>
          </a:p>
        </p:txBody>
      </p:sp>
      <p:sp>
        <p:nvSpPr>
          <p:cNvPr id="412" name=""/>
          <p:cNvSpPr/>
          <p:nvPr/>
        </p:nvSpPr>
        <p:spPr>
          <a:xfrm>
            <a:off x="0" y="534240"/>
            <a:ext cx="9864360" cy="4677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a typeface="DejaVu Sans"/>
            </a:endParaRPr>
          </a:p>
        </p:txBody>
      </p:sp>
      <p:pic>
        <p:nvPicPr>
          <p:cNvPr id="413" name="Picture 5" descr="The COVID-19 coronavirus epidemic has a ..."/>
          <p:cNvPicPr/>
          <p:nvPr/>
        </p:nvPicPr>
        <p:blipFill>
          <a:blip r:embed="rId3"/>
          <a:srcRect l="1623" t="2749" r="0" b="0"/>
          <a:stretch/>
        </p:blipFill>
        <p:spPr>
          <a:xfrm>
            <a:off x="1190520" y="577080"/>
            <a:ext cx="2145960" cy="1231200"/>
          </a:xfrm>
          <a:prstGeom prst="rect">
            <a:avLst/>
          </a:prstGeom>
          <a:noFill/>
          <a:ln w="0">
            <a:noFill/>
          </a:ln>
        </p:spPr>
      </p:pic>
      <p:pic>
        <p:nvPicPr>
          <p:cNvPr id="414" name="Picture 7" descr=""/>
          <p:cNvPicPr/>
          <p:nvPr/>
        </p:nvPicPr>
        <p:blipFill>
          <a:blip r:embed="rId4"/>
          <a:stretch/>
        </p:blipFill>
        <p:spPr>
          <a:xfrm>
            <a:off x="5910120" y="643680"/>
            <a:ext cx="2261520" cy="1236600"/>
          </a:xfrm>
          <a:prstGeom prst="rect">
            <a:avLst/>
          </a:prstGeom>
          <a:noFill/>
          <a:ln w="0">
            <a:noFill/>
          </a:ln>
        </p:spPr>
      </p:pic>
      <p:sp>
        <p:nvSpPr>
          <p:cNvPr id="415" name=""/>
          <p:cNvSpPr/>
          <p:nvPr/>
        </p:nvSpPr>
        <p:spPr>
          <a:xfrm rot="21556800">
            <a:off x="5571720" y="1959120"/>
            <a:ext cx="3191040" cy="697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900" strike="noStrike" u="none">
                <a:solidFill>
                  <a:srgbClr val="000000"/>
                </a:solidFill>
                <a:effectLst/>
                <a:uFillTx/>
                <a:latin typeface="Calibri"/>
                <a:ea typeface="DejaVu Sans"/>
              </a:rPr>
              <a:t>Figure 6 Orthopoxviruses. Colorized transmission electron micrograph highlighting the brick-shaped morphology and surface structures of mature virions.</a:t>
            </a:r>
            <a:endParaRPr b="0" lang="en-US" sz="900" strike="noStrike" u="none">
              <a:solidFill>
                <a:srgbClr val="000000"/>
              </a:solidFill>
              <a:effectLst/>
              <a:uFillTx/>
              <a:latin typeface="Arial"/>
            </a:endParaRPr>
          </a:p>
        </p:txBody>
      </p:sp>
      <p:sp>
        <p:nvSpPr>
          <p:cNvPr id="416" name=""/>
          <p:cNvSpPr/>
          <p:nvPr/>
        </p:nvSpPr>
        <p:spPr>
          <a:xfrm>
            <a:off x="733320" y="1923120"/>
            <a:ext cx="4088160" cy="6656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US" sz="900" strike="noStrike" u="none">
                <a:solidFill>
                  <a:srgbClr val="000000"/>
                </a:solidFill>
                <a:effectLst/>
                <a:uFillTx/>
                <a:latin typeface="Calibri"/>
                <a:ea typeface="DejaVu Sans"/>
              </a:rPr>
              <a:t>Figure 5 Coronaviruses.  Colorized transmission electron micrograph (TEM) of SARS-CoV-2, the coronavirus that causes COVID-19. The round particles with a fuzzy outer edge show the spike (S) glycoproteins projecting from the viral envelope.</a:t>
            </a:r>
            <a:endParaRPr b="0" lang="en-US" sz="900" strike="noStrike" u="none">
              <a:solidFill>
                <a:srgbClr val="000000"/>
              </a:solidFill>
              <a:effectLst/>
              <a:uFillTx/>
              <a:latin typeface="Arial"/>
            </a:endParaRPr>
          </a:p>
        </p:txBody>
      </p:sp>
      <p:sp>
        <p:nvSpPr>
          <p:cNvPr id="417" name=""/>
          <p:cNvSpPr/>
          <p:nvPr/>
        </p:nvSpPr>
        <p:spPr>
          <a:xfrm>
            <a:off x="5711040" y="4547160"/>
            <a:ext cx="3139560" cy="474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900" strike="noStrike" u="none">
                <a:solidFill>
                  <a:srgbClr val="000000"/>
                </a:solidFill>
                <a:effectLst/>
                <a:uFillTx/>
                <a:latin typeface="Calibri"/>
                <a:ea typeface="DejaVu Sans"/>
              </a:rPr>
              <a:t>Figure 8. Electron microscopic (EM) image for Monkeypox virus particles. Oval-shaped virus particles are mature, and spherical particles are immature virions.[6]</a:t>
            </a:r>
            <a:endParaRPr b="0" lang="en-US" sz="900" strike="noStrike" u="none">
              <a:solidFill>
                <a:srgbClr val="000000"/>
              </a:solidFill>
              <a:effectLst/>
              <a:uFillTx/>
              <a:latin typeface="Arial"/>
            </a:endParaRPr>
          </a:p>
        </p:txBody>
      </p:sp>
      <p:sp>
        <p:nvSpPr>
          <p:cNvPr id="418" name=""/>
          <p:cNvSpPr/>
          <p:nvPr/>
        </p:nvSpPr>
        <p:spPr>
          <a:xfrm>
            <a:off x="624240" y="4511520"/>
            <a:ext cx="3939840" cy="5868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900" strike="noStrike" u="none">
                <a:solidFill>
                  <a:srgbClr val="000000"/>
                </a:solidFill>
                <a:effectLst/>
                <a:uFillTx/>
                <a:latin typeface="Calibri"/>
                <a:ea typeface="DejaVu Sans"/>
              </a:rPr>
              <a:t>Figure 7 Four SARS-CoV-2 particles imaged by transmission electron microscopy at 135,000x magnification, positioned near the Vero cell surface on the left. The inset displays a color-coded particle with spikes in red, the viral membrane in yellow, and the ribonucleoprotein in blue. Scale bar = 100 nm.[22]</a:t>
            </a:r>
            <a:endParaRPr b="0" lang="en-US" sz="900" strike="noStrike" u="none">
              <a:solidFill>
                <a:srgbClr val="000000"/>
              </a:solidFill>
              <a:effectLst/>
              <a:uFillTx/>
              <a:latin typeface="Arial"/>
            </a:endParaRPr>
          </a:p>
        </p:txBody>
      </p:sp>
      <p:pic>
        <p:nvPicPr>
          <p:cNvPr id="419" name="" descr=""/>
          <p:cNvPicPr/>
          <p:nvPr/>
        </p:nvPicPr>
        <p:blipFill>
          <a:blip r:embed="rId5"/>
          <a:srcRect l="3934" t="6266" r="4571" b="7637"/>
          <a:stretch/>
        </p:blipFill>
        <p:spPr>
          <a:xfrm>
            <a:off x="5856840" y="2697120"/>
            <a:ext cx="3006360" cy="1719000"/>
          </a:xfrm>
          <a:prstGeom prst="rect">
            <a:avLst/>
          </a:prstGeom>
          <a:noFill/>
          <a:ln w="18000">
            <a:noFill/>
          </a:ln>
        </p:spPr>
      </p:pic>
      <p:pic>
        <p:nvPicPr>
          <p:cNvPr id="420" name="" descr=""/>
          <p:cNvPicPr/>
          <p:nvPr/>
        </p:nvPicPr>
        <p:blipFill>
          <a:blip r:embed="rId6"/>
          <a:srcRect l="0" t="0" r="0" b="6059"/>
          <a:stretch/>
        </p:blipFill>
        <p:spPr>
          <a:xfrm>
            <a:off x="910080" y="2613240"/>
            <a:ext cx="2616480" cy="1697400"/>
          </a:xfrm>
          <a:prstGeom prst="rect">
            <a:avLst/>
          </a:prstGeom>
          <a:noFill/>
          <a:ln w="18000">
            <a:noFill/>
          </a:ln>
        </p:spPr>
      </p:pic>
      <p:sp>
        <p:nvSpPr>
          <p:cNvPr id="2" name="PlaceHolder 1"/>
          <p:cNvSpPr>
            <a:spLocks noGrp="1"/>
          </p:cNvSpPr>
          <p:nvPr>
            <p:ph type="sldNum" idx="41"/>
          </p:nvPr>
        </p:nvSpPr>
        <p:spPr/>
        <p:txBody>
          <a:bodyPr/>
          <a:p>
            <a:fld id="{2031C5B9-8D71-4950-BA5D-42F474AB9234}"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21" name="" descr=""/>
          <p:cNvPicPr/>
          <p:nvPr/>
        </p:nvPicPr>
        <p:blipFill>
          <a:blip r:embed="rId1"/>
          <a:srcRect l="13741" t="0" r="0" b="0"/>
          <a:stretch/>
        </p:blipFill>
        <p:spPr>
          <a:xfrm>
            <a:off x="493200" y="849600"/>
            <a:ext cx="1746360" cy="1348920"/>
          </a:xfrm>
          <a:prstGeom prst="rect">
            <a:avLst/>
          </a:prstGeom>
          <a:noFill/>
          <a:ln w="18000">
            <a:noFill/>
          </a:ln>
        </p:spPr>
      </p:pic>
      <p:pic>
        <p:nvPicPr>
          <p:cNvPr id="422" name="" descr=""/>
          <p:cNvPicPr/>
          <p:nvPr/>
        </p:nvPicPr>
        <p:blipFill>
          <a:blip r:embed="rId2"/>
          <a:stretch/>
        </p:blipFill>
        <p:spPr>
          <a:xfrm>
            <a:off x="6856200" y="951840"/>
            <a:ext cx="2423160" cy="1144800"/>
          </a:xfrm>
          <a:prstGeom prst="rect">
            <a:avLst/>
          </a:prstGeom>
          <a:noFill/>
          <a:ln w="0">
            <a:noFill/>
          </a:ln>
        </p:spPr>
      </p:pic>
      <p:sp>
        <p:nvSpPr>
          <p:cNvPr id="423" name=""/>
          <p:cNvSpPr/>
          <p:nvPr/>
        </p:nvSpPr>
        <p:spPr>
          <a:xfrm>
            <a:off x="131760" y="683280"/>
            <a:ext cx="9667800" cy="2312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400" strike="noStrike" u="none">
                <a:solidFill>
                  <a:srgbClr val="000000"/>
                </a:solidFill>
                <a:effectLst/>
                <a:uFillTx/>
                <a:latin typeface="Arial"/>
                <a:ea typeface="DejaVu Sans"/>
              </a:rPr>
              <a:t>	</a:t>
            </a:r>
            <a:endParaRPr b="0" lang="en-US" sz="1400" strike="noStrike" u="none">
              <a:solidFill>
                <a:srgbClr val="000000"/>
              </a:solidFill>
              <a:effectLst/>
              <a:uFillTx/>
              <a:latin typeface="Arial"/>
            </a:endParaRPr>
          </a:p>
        </p:txBody>
      </p:sp>
      <p:sp>
        <p:nvSpPr>
          <p:cNvPr id="424" name=""/>
          <p:cNvSpPr/>
          <p:nvPr/>
        </p:nvSpPr>
        <p:spPr>
          <a:xfrm>
            <a:off x="260280" y="2571840"/>
            <a:ext cx="2037960" cy="474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900" strike="noStrike" u="none">
                <a:solidFill>
                  <a:srgbClr val="000000"/>
                </a:solidFill>
                <a:effectLst/>
                <a:uFillTx/>
                <a:latin typeface="Calibri"/>
                <a:ea typeface="DejaVu Sans"/>
              </a:rPr>
              <a:t>Figure 9 Determination of the contour length and the end-to-end distance for an isolated DNA. [23]</a:t>
            </a:r>
            <a:endParaRPr b="0" lang="en-US" sz="900" strike="noStrike" u="none">
              <a:solidFill>
                <a:srgbClr val="000000"/>
              </a:solidFill>
              <a:effectLst/>
              <a:uFillTx/>
              <a:latin typeface="Arial"/>
            </a:endParaRPr>
          </a:p>
        </p:txBody>
      </p:sp>
      <p:sp>
        <p:nvSpPr>
          <p:cNvPr id="425" name=""/>
          <p:cNvSpPr/>
          <p:nvPr/>
        </p:nvSpPr>
        <p:spPr>
          <a:xfrm>
            <a:off x="6874200" y="2342520"/>
            <a:ext cx="2259360" cy="613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900" strike="noStrike" u="none">
                <a:solidFill>
                  <a:srgbClr val="000000"/>
                </a:solidFill>
                <a:effectLst/>
                <a:uFillTx/>
                <a:latin typeface="Calibri"/>
                <a:ea typeface="DejaVu Sans"/>
              </a:rPr>
              <a:t>Figure 11. A kilobase (abbreviated kb) is a unit of measurement used to help designate the length of DNA or RNA. One kilobase is equal to 1,000 bases. </a:t>
            </a:r>
            <a:endParaRPr b="0" lang="en-US" sz="900" strike="noStrike" u="none">
              <a:solidFill>
                <a:srgbClr val="000000"/>
              </a:solidFill>
              <a:effectLst/>
              <a:uFillTx/>
              <a:latin typeface="Arial"/>
            </a:endParaRPr>
          </a:p>
        </p:txBody>
      </p:sp>
      <p:sp>
        <p:nvSpPr>
          <p:cNvPr id="426" name=""/>
          <p:cNvSpPr/>
          <p:nvPr/>
        </p:nvSpPr>
        <p:spPr>
          <a:xfrm>
            <a:off x="490320" y="3151800"/>
            <a:ext cx="8745840" cy="12708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a typeface="DejaVu Sans"/>
            </a:endParaRPr>
          </a:p>
        </p:txBody>
      </p:sp>
      <p:sp>
        <p:nvSpPr>
          <p:cNvPr id="427" name="PlaceHolder 2"/>
          <p:cNvSpPr/>
          <p:nvPr/>
        </p:nvSpPr>
        <p:spPr>
          <a:xfrm>
            <a:off x="1892160" y="360"/>
            <a:ext cx="6112440" cy="41004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r>
              <a:rPr b="1" lang="en-US" sz="2400" strike="noStrike" u="none">
                <a:solidFill>
                  <a:schemeClr val="lt1"/>
                </a:solidFill>
                <a:effectLst/>
                <a:uFillTx/>
                <a:latin typeface="Calibri Light"/>
                <a:ea typeface="DejaVu Sans"/>
              </a:rPr>
              <a:t>Introduction</a:t>
            </a:r>
            <a:endParaRPr b="0" lang="en-US" sz="2400" strike="noStrike" u="none">
              <a:solidFill>
                <a:srgbClr val="ffffff"/>
              </a:solidFill>
              <a:effectLst/>
              <a:uFillTx/>
              <a:latin typeface="Arial"/>
            </a:endParaRPr>
          </a:p>
        </p:txBody>
      </p:sp>
      <p:pic>
        <p:nvPicPr>
          <p:cNvPr id="428" name="" descr=""/>
          <p:cNvPicPr/>
          <p:nvPr/>
        </p:nvPicPr>
        <p:blipFill>
          <a:blip r:embed="rId3"/>
          <a:stretch/>
        </p:blipFill>
        <p:spPr>
          <a:xfrm>
            <a:off x="360" y="360"/>
            <a:ext cx="1860480" cy="410400"/>
          </a:xfrm>
          <a:prstGeom prst="rect">
            <a:avLst/>
          </a:prstGeom>
          <a:noFill/>
          <a:ln w="0">
            <a:noFill/>
          </a:ln>
        </p:spPr>
      </p:pic>
      <p:pic>
        <p:nvPicPr>
          <p:cNvPr id="429" name="" descr=""/>
          <p:cNvPicPr/>
          <p:nvPr/>
        </p:nvPicPr>
        <p:blipFill>
          <a:blip r:embed="rId4"/>
          <a:stretch/>
        </p:blipFill>
        <p:spPr>
          <a:xfrm>
            <a:off x="8946000" y="12960"/>
            <a:ext cx="1075320" cy="416520"/>
          </a:xfrm>
          <a:prstGeom prst="rect">
            <a:avLst/>
          </a:prstGeom>
          <a:noFill/>
          <a:ln w="0">
            <a:noFill/>
          </a:ln>
        </p:spPr>
      </p:pic>
      <p:pic>
        <p:nvPicPr>
          <p:cNvPr id="430" name="" descr=""/>
          <p:cNvPicPr/>
          <p:nvPr/>
        </p:nvPicPr>
        <p:blipFill>
          <a:blip r:embed="rId5"/>
          <a:stretch/>
        </p:blipFill>
        <p:spPr>
          <a:xfrm>
            <a:off x="2671920" y="683280"/>
            <a:ext cx="4026600" cy="2059200"/>
          </a:xfrm>
          <a:prstGeom prst="rect">
            <a:avLst/>
          </a:prstGeom>
          <a:noFill/>
          <a:ln w="0">
            <a:noFill/>
          </a:ln>
        </p:spPr>
      </p:pic>
      <p:sp>
        <p:nvSpPr>
          <p:cNvPr id="431" name=""/>
          <p:cNvSpPr/>
          <p:nvPr/>
        </p:nvSpPr>
        <p:spPr>
          <a:xfrm>
            <a:off x="3031200" y="2810160"/>
            <a:ext cx="2716920" cy="1980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900" strike="noStrike" u="none">
                <a:solidFill>
                  <a:srgbClr val="000000"/>
                </a:solidFill>
                <a:effectLst/>
                <a:uFillTx/>
                <a:latin typeface="Calibri"/>
                <a:ea typeface="DejaVu Sans"/>
              </a:rPr>
              <a:t>Figure 10 Monkeypox virus particle, Illustration</a:t>
            </a:r>
            <a:endParaRPr b="0" lang="en-US" sz="900" strike="noStrike" u="none">
              <a:solidFill>
                <a:srgbClr val="000000"/>
              </a:solidFill>
              <a:effectLst/>
              <a:uFillTx/>
              <a:latin typeface="Arial"/>
            </a:endParaRPr>
          </a:p>
        </p:txBody>
      </p:sp>
      <p:pic>
        <p:nvPicPr>
          <p:cNvPr id="432" name="" descr=""/>
          <p:cNvPicPr/>
          <p:nvPr/>
        </p:nvPicPr>
        <p:blipFill>
          <a:blip r:embed="rId6"/>
          <a:stretch/>
        </p:blipFill>
        <p:spPr>
          <a:xfrm>
            <a:off x="858960" y="3292200"/>
            <a:ext cx="2600280" cy="1724040"/>
          </a:xfrm>
          <a:prstGeom prst="rect">
            <a:avLst/>
          </a:prstGeom>
          <a:noFill/>
          <a:ln w="0">
            <a:noFill/>
          </a:ln>
        </p:spPr>
      </p:pic>
      <p:pic>
        <p:nvPicPr>
          <p:cNvPr id="433" name="Picture 6" descr="The COVID-19 coronavirus epidemic has a ..."/>
          <p:cNvPicPr/>
          <p:nvPr/>
        </p:nvPicPr>
        <p:blipFill>
          <a:blip r:embed="rId7"/>
          <a:srcRect l="4746" t="2749" r="4387" b="0"/>
          <a:stretch/>
        </p:blipFill>
        <p:spPr>
          <a:xfrm>
            <a:off x="5647680" y="3311640"/>
            <a:ext cx="2703240" cy="1724040"/>
          </a:xfrm>
          <a:prstGeom prst="rect">
            <a:avLst/>
          </a:prstGeom>
          <a:noFill/>
          <a:ln w="0">
            <a:noFill/>
          </a:ln>
        </p:spPr>
      </p:pic>
      <p:sp>
        <p:nvSpPr>
          <p:cNvPr id="434" name=""/>
          <p:cNvSpPr/>
          <p:nvPr/>
        </p:nvSpPr>
        <p:spPr>
          <a:xfrm rot="6600">
            <a:off x="1461240" y="5126040"/>
            <a:ext cx="1426320" cy="227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900" strike="noStrike" u="none">
                <a:solidFill>
                  <a:srgbClr val="000000"/>
                </a:solidFill>
                <a:effectLst/>
                <a:uFillTx/>
                <a:latin typeface="Calibri"/>
                <a:ea typeface="DejaVu Sans"/>
              </a:rPr>
              <a:t>Figure 12 Orthopoxviruses</a:t>
            </a:r>
            <a:endParaRPr b="0" lang="en-US" sz="900" strike="noStrike" u="none">
              <a:solidFill>
                <a:srgbClr val="000000"/>
              </a:solidFill>
              <a:effectLst/>
              <a:uFillTx/>
              <a:latin typeface="Arial"/>
            </a:endParaRPr>
          </a:p>
        </p:txBody>
      </p:sp>
      <p:sp>
        <p:nvSpPr>
          <p:cNvPr id="435" name=""/>
          <p:cNvSpPr/>
          <p:nvPr/>
        </p:nvSpPr>
        <p:spPr>
          <a:xfrm>
            <a:off x="6546960" y="5188320"/>
            <a:ext cx="1431000" cy="227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900" strike="noStrike" u="none">
                <a:solidFill>
                  <a:srgbClr val="000000"/>
                </a:solidFill>
                <a:effectLst/>
                <a:uFillTx/>
                <a:latin typeface="Calibri"/>
                <a:ea typeface="DejaVu Sans"/>
              </a:rPr>
              <a:t>Figure 13 Coronaviruses</a:t>
            </a:r>
            <a:endParaRPr b="0" lang="en-US" sz="900" strike="noStrike" u="none">
              <a:solidFill>
                <a:srgbClr val="000000"/>
              </a:solidFill>
              <a:effectLst/>
              <a:uFillTx/>
              <a:latin typeface="Arial"/>
            </a:endParaRPr>
          </a:p>
        </p:txBody>
      </p:sp>
      <p:sp>
        <p:nvSpPr>
          <p:cNvPr id="2" name="PlaceHolder 1"/>
          <p:cNvSpPr>
            <a:spLocks noGrp="1"/>
          </p:cNvSpPr>
          <p:nvPr>
            <p:ph type="sldNum" idx="41"/>
          </p:nvPr>
        </p:nvSpPr>
        <p:spPr/>
        <p:txBody>
          <a:bodyPr/>
          <a:p>
            <a:fld id="{CF90B5B4-FE82-4A90-9DA7-48124137976F}"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36" name="" descr=""/>
          <p:cNvPicPr/>
          <p:nvPr/>
        </p:nvPicPr>
        <p:blipFill>
          <a:blip r:embed="rId1"/>
          <a:srcRect l="3908" t="4362" r="2950" b="2877"/>
          <a:stretch/>
        </p:blipFill>
        <p:spPr>
          <a:xfrm>
            <a:off x="2361600" y="1130760"/>
            <a:ext cx="5278680" cy="1860120"/>
          </a:xfrm>
          <a:prstGeom prst="rect">
            <a:avLst/>
          </a:prstGeom>
          <a:noFill/>
          <a:ln w="0">
            <a:noFill/>
          </a:ln>
        </p:spPr>
      </p:pic>
      <p:sp>
        <p:nvSpPr>
          <p:cNvPr id="437" name=""/>
          <p:cNvSpPr/>
          <p:nvPr/>
        </p:nvSpPr>
        <p:spPr>
          <a:xfrm>
            <a:off x="1696320" y="3007440"/>
            <a:ext cx="6906960" cy="547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000" strike="noStrike" u="none">
                <a:solidFill>
                  <a:srgbClr val="000000"/>
                </a:solidFill>
                <a:effectLst/>
                <a:uFillTx/>
                <a:latin typeface="Arial"/>
                <a:ea typeface="DejaVu Sans"/>
              </a:rPr>
              <a:t>Figure 14 Left image: Simulation of the SARS-CoV-2 spike protein on a spherical surface, illustrating the progression from randomly distributed monomers (Left) to trimer (Right) formations. Right image: SARS-CoV-2 for Covid-19 schematic image (CDC Public Health Image Library)</a:t>
            </a:r>
            <a:endParaRPr b="0" lang="en-US" sz="1000" strike="noStrike" u="none">
              <a:solidFill>
                <a:srgbClr val="000000"/>
              </a:solidFill>
              <a:effectLst/>
              <a:uFillTx/>
              <a:latin typeface="Arial"/>
            </a:endParaRPr>
          </a:p>
        </p:txBody>
      </p:sp>
      <p:sp>
        <p:nvSpPr>
          <p:cNvPr id="438" name="PlaceHolder 11"/>
          <p:cNvSpPr/>
          <p:nvPr/>
        </p:nvSpPr>
        <p:spPr>
          <a:xfrm>
            <a:off x="1950120" y="0"/>
            <a:ext cx="6112440" cy="410040"/>
          </a:xfrm>
          <a:prstGeom prst="rect">
            <a:avLst/>
          </a:prstGeom>
          <a:solidFill>
            <a:srgbClr val="1d3783"/>
          </a:solidFill>
          <a:ln w="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rgbClr val="ffffff"/>
              </a:solidFill>
              <a:effectLst/>
              <a:uFillTx/>
              <a:latin typeface="Arial"/>
              <a:ea typeface="DejaVu Sans"/>
            </a:endParaRPr>
          </a:p>
        </p:txBody>
      </p:sp>
      <p:sp>
        <p:nvSpPr>
          <p:cNvPr id="439" name=""/>
          <p:cNvSpPr/>
          <p:nvPr/>
        </p:nvSpPr>
        <p:spPr>
          <a:xfrm>
            <a:off x="1950120" y="96480"/>
            <a:ext cx="6112440" cy="2725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200" strike="noStrike" u="none">
                <a:solidFill>
                  <a:srgbClr val="ffffff"/>
                </a:solidFill>
                <a:effectLst/>
                <a:uFillTx/>
                <a:latin typeface="Arial"/>
                <a:ea typeface="DejaVu Sans"/>
              </a:rPr>
              <a:t>Motivation from previous Coarse-Grained Modeling and Monte Carlo simulation</a:t>
            </a:r>
            <a:endParaRPr b="0" lang="en-US" sz="1200" strike="noStrike" u="none">
              <a:solidFill>
                <a:srgbClr val="000000"/>
              </a:solidFill>
              <a:effectLst/>
              <a:uFillTx/>
              <a:latin typeface="Arial"/>
            </a:endParaRPr>
          </a:p>
        </p:txBody>
      </p:sp>
      <p:pic>
        <p:nvPicPr>
          <p:cNvPr id="440" name="" descr=""/>
          <p:cNvPicPr/>
          <p:nvPr/>
        </p:nvPicPr>
        <p:blipFill>
          <a:blip r:embed="rId2"/>
          <a:stretch/>
        </p:blipFill>
        <p:spPr>
          <a:xfrm>
            <a:off x="8946360" y="13320"/>
            <a:ext cx="1075320" cy="416520"/>
          </a:xfrm>
          <a:prstGeom prst="rect">
            <a:avLst/>
          </a:prstGeom>
          <a:noFill/>
          <a:ln w="0">
            <a:noFill/>
          </a:ln>
        </p:spPr>
      </p:pic>
      <p:pic>
        <p:nvPicPr>
          <p:cNvPr id="441" name="" descr=""/>
          <p:cNvPicPr/>
          <p:nvPr/>
        </p:nvPicPr>
        <p:blipFill>
          <a:blip r:embed="rId3"/>
          <a:stretch/>
        </p:blipFill>
        <p:spPr>
          <a:xfrm>
            <a:off x="360" y="360"/>
            <a:ext cx="1860480" cy="410400"/>
          </a:xfrm>
          <a:prstGeom prst="rect">
            <a:avLst/>
          </a:prstGeom>
          <a:noFill/>
          <a:ln w="0">
            <a:noFill/>
          </a:ln>
        </p:spPr>
      </p:pic>
      <p:sp>
        <p:nvSpPr>
          <p:cNvPr id="2" name="PlaceHolder 1"/>
          <p:cNvSpPr>
            <a:spLocks noGrp="1"/>
          </p:cNvSpPr>
          <p:nvPr>
            <p:ph type="sldNum" idx="41"/>
          </p:nvPr>
        </p:nvSpPr>
        <p:spPr/>
        <p:txBody>
          <a:bodyPr/>
          <a:p>
            <a:fld id="{4BE9D886-0189-4FA2-99E6-BEC71A78F281}"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PlaceHolder 4"/>
          <p:cNvSpPr/>
          <p:nvPr/>
        </p:nvSpPr>
        <p:spPr>
          <a:xfrm>
            <a:off x="1892160" y="360"/>
            <a:ext cx="6112440" cy="41004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spcBef>
                <a:spcPts val="1191"/>
              </a:spcBef>
              <a:spcAft>
                <a:spcPts val="992"/>
              </a:spcAft>
              <a:tabLst>
                <a:tab algn="l" pos="0"/>
              </a:tabLst>
            </a:pPr>
            <a:r>
              <a:rPr b="1" lang="en-US" sz="2400" strike="noStrike" u="none">
                <a:solidFill>
                  <a:schemeClr val="lt1"/>
                </a:solidFill>
                <a:effectLst/>
                <a:uFillTx/>
                <a:latin typeface="Calibri Light"/>
                <a:ea typeface="DejaVu Sans"/>
              </a:rPr>
              <a:t>Modeling Approach</a:t>
            </a:r>
            <a:endParaRPr b="0" lang="en-US" sz="2400" strike="noStrike" u="none">
              <a:solidFill>
                <a:srgbClr val="ffffff"/>
              </a:solidFill>
              <a:effectLst/>
              <a:uFillTx/>
              <a:latin typeface="Arial"/>
            </a:endParaRPr>
          </a:p>
        </p:txBody>
      </p:sp>
      <p:pic>
        <p:nvPicPr>
          <p:cNvPr id="443" name="" descr=""/>
          <p:cNvPicPr/>
          <p:nvPr/>
        </p:nvPicPr>
        <p:blipFill>
          <a:blip r:embed="rId1"/>
          <a:stretch/>
        </p:blipFill>
        <p:spPr>
          <a:xfrm>
            <a:off x="720" y="720"/>
            <a:ext cx="1860480" cy="410400"/>
          </a:xfrm>
          <a:prstGeom prst="rect">
            <a:avLst/>
          </a:prstGeom>
          <a:noFill/>
          <a:ln w="0">
            <a:noFill/>
          </a:ln>
        </p:spPr>
      </p:pic>
      <p:pic>
        <p:nvPicPr>
          <p:cNvPr id="444" name="" descr=""/>
          <p:cNvPicPr/>
          <p:nvPr/>
        </p:nvPicPr>
        <p:blipFill>
          <a:blip r:embed="rId2"/>
          <a:stretch/>
        </p:blipFill>
        <p:spPr>
          <a:xfrm>
            <a:off x="8946000" y="12960"/>
            <a:ext cx="1075320" cy="416520"/>
          </a:xfrm>
          <a:prstGeom prst="rect">
            <a:avLst/>
          </a:prstGeom>
          <a:noFill/>
          <a:ln w="0">
            <a:noFill/>
          </a:ln>
        </p:spPr>
      </p:pic>
      <p:pic>
        <p:nvPicPr>
          <p:cNvPr id="445" name="" descr=""/>
          <p:cNvPicPr/>
          <p:nvPr/>
        </p:nvPicPr>
        <p:blipFill>
          <a:blip r:embed="rId3"/>
          <a:srcRect l="1416" t="3484" r="2377" b="2180"/>
          <a:stretch/>
        </p:blipFill>
        <p:spPr>
          <a:xfrm>
            <a:off x="854280" y="2078640"/>
            <a:ext cx="4236120" cy="1828440"/>
          </a:xfrm>
          <a:prstGeom prst="rect">
            <a:avLst/>
          </a:prstGeom>
          <a:noFill/>
          <a:ln w="18000">
            <a:noFill/>
          </a:ln>
        </p:spPr>
      </p:pic>
      <p:sp>
        <p:nvSpPr>
          <p:cNvPr id="446" name=""/>
          <p:cNvSpPr/>
          <p:nvPr/>
        </p:nvSpPr>
        <p:spPr>
          <a:xfrm>
            <a:off x="958680" y="3938400"/>
            <a:ext cx="3798360" cy="313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900" strike="noStrike" u="none">
                <a:solidFill>
                  <a:srgbClr val="000000"/>
                </a:solidFill>
                <a:effectLst/>
                <a:uFillTx/>
                <a:latin typeface="Calibri"/>
                <a:ea typeface="DejaVu Sans"/>
              </a:rPr>
              <a:t>Figure 15 Different computational methods developed to study membrane and genome are valid in different length and time scales.</a:t>
            </a:r>
            <a:endParaRPr b="0" lang="en-US" sz="900" strike="noStrike" u="none">
              <a:solidFill>
                <a:srgbClr val="000000"/>
              </a:solidFill>
              <a:effectLst/>
              <a:uFillTx/>
              <a:latin typeface="Arial"/>
            </a:endParaRPr>
          </a:p>
        </p:txBody>
      </p:sp>
      <p:sp>
        <p:nvSpPr>
          <p:cNvPr id="447" name=""/>
          <p:cNvSpPr/>
          <p:nvPr/>
        </p:nvSpPr>
        <p:spPr>
          <a:xfrm>
            <a:off x="482760" y="699480"/>
            <a:ext cx="9306720" cy="7045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trike="noStrike" u="none">
                <a:solidFill>
                  <a:srgbClr val="000000"/>
                </a:solidFill>
                <a:effectLst/>
                <a:uFillTx/>
                <a:latin typeface="Calibri"/>
                <a:ea typeface="DejaVu Sans"/>
              </a:rPr>
              <a:t>Coarse-Grained Models (CGM): </a:t>
            </a:r>
            <a:endParaRPr b="0" lang="en-US" sz="1800" strike="noStrike" u="none">
              <a:solidFill>
                <a:srgbClr val="000000"/>
              </a:solidFill>
              <a:effectLst/>
              <a:uFillTx/>
              <a:latin typeface="Arial"/>
            </a:endParaRPr>
          </a:p>
          <a:p>
            <a:pPr>
              <a:lnSpc>
                <a:spcPct val="100000"/>
              </a:lnSpc>
            </a:pPr>
            <a:r>
              <a:rPr b="0" lang="en-US" sz="1800" strike="noStrike" u="none">
                <a:solidFill>
                  <a:srgbClr val="000000"/>
                </a:solidFill>
                <a:effectLst/>
                <a:uFillTx/>
                <a:latin typeface="Calibri"/>
                <a:ea typeface="DejaVu Sans"/>
              </a:rPr>
              <a:t>It simplifies complex systems by grouping atoms or molecules into larger particles called beads. This allows for large-scale simulations at low computational cost and supports the identification of minimal-parameter models.</a:t>
            </a:r>
            <a:endParaRPr b="0" lang="en-US" sz="1800" strike="noStrike" u="none">
              <a:solidFill>
                <a:srgbClr val="000000"/>
              </a:solidFill>
              <a:effectLst/>
              <a:uFillTx/>
              <a:latin typeface="Arial"/>
            </a:endParaRPr>
          </a:p>
        </p:txBody>
      </p:sp>
      <p:pic>
        <p:nvPicPr>
          <p:cNvPr id="448" name="Picture 11" descr=""/>
          <p:cNvPicPr/>
          <p:nvPr/>
        </p:nvPicPr>
        <p:blipFill>
          <a:blip r:embed="rId4"/>
          <a:stretch/>
        </p:blipFill>
        <p:spPr>
          <a:xfrm>
            <a:off x="6577920" y="1632960"/>
            <a:ext cx="1967400" cy="2179800"/>
          </a:xfrm>
          <a:prstGeom prst="rect">
            <a:avLst/>
          </a:prstGeom>
          <a:noFill/>
          <a:ln w="0">
            <a:noFill/>
          </a:ln>
        </p:spPr>
      </p:pic>
      <p:sp>
        <p:nvSpPr>
          <p:cNvPr id="449" name=""/>
          <p:cNvSpPr/>
          <p:nvPr/>
        </p:nvSpPr>
        <p:spPr>
          <a:xfrm>
            <a:off x="6175080" y="3908520"/>
            <a:ext cx="326052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US" sz="900" strike="noStrike" u="none">
                <a:solidFill>
                  <a:srgbClr val="000000"/>
                </a:solidFill>
                <a:effectLst/>
                <a:uFillTx/>
                <a:latin typeface="Calibri"/>
                <a:ea typeface="DejaVu Sans"/>
              </a:rPr>
              <a:t>Figure 16 Model of DNA/RNA (Orange Rod) and Organelles (Green Spheres) Confined in a Membrane (Rectangular Prism)</a:t>
            </a:r>
            <a:endParaRPr b="0" lang="en-US" sz="900" strike="noStrike" u="none">
              <a:solidFill>
                <a:srgbClr val="000000"/>
              </a:solidFill>
              <a:effectLst/>
              <a:uFillTx/>
              <a:latin typeface="Arial"/>
            </a:endParaRPr>
          </a:p>
        </p:txBody>
      </p:sp>
      <p:sp>
        <p:nvSpPr>
          <p:cNvPr id="450" name=""/>
          <p:cNvSpPr/>
          <p:nvPr/>
        </p:nvSpPr>
        <p:spPr>
          <a:xfrm>
            <a:off x="186840" y="4356720"/>
            <a:ext cx="9201600" cy="943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400" strike="noStrike" u="none">
                <a:solidFill>
                  <a:srgbClr val="000000"/>
                </a:solidFill>
                <a:effectLst/>
                <a:uFillTx/>
                <a:latin typeface="Calibri"/>
                <a:ea typeface="DejaVu Sans"/>
              </a:rPr>
              <a:t>We use a coarse-grained model simulated by the Monte Carlo method. Combine many atoms into one bead to:</a:t>
            </a:r>
            <a:endParaRPr b="0" lang="en-US" sz="14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1400" strike="noStrike" u="none">
                <a:solidFill>
                  <a:srgbClr val="000000"/>
                </a:solidFill>
                <a:effectLst/>
                <a:uFillTx/>
                <a:latin typeface="Calibri"/>
                <a:ea typeface="DejaVu Sans"/>
              </a:rPr>
              <a:t>Reduce complexity</a:t>
            </a:r>
            <a:endParaRPr b="0" lang="en-US" sz="14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1400" strike="noStrike" u="none">
                <a:solidFill>
                  <a:srgbClr val="000000"/>
                </a:solidFill>
                <a:effectLst/>
                <a:uFillTx/>
                <a:latin typeface="Calibri"/>
                <a:ea typeface="DejaVu Sans"/>
              </a:rPr>
              <a:t>Run much faster simulations</a:t>
            </a:r>
            <a:endParaRPr b="0" lang="en-US" sz="14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1400" strike="noStrike" u="none">
                <a:solidFill>
                  <a:srgbClr val="000000"/>
                </a:solidFill>
                <a:effectLst/>
                <a:uFillTx/>
                <a:latin typeface="Calibri"/>
                <a:ea typeface="DejaVu Sans"/>
              </a:rPr>
              <a:t>Study large systems (genomes, membranes, polymers)</a:t>
            </a:r>
            <a:endParaRPr b="0" lang="en-US" sz="1400" strike="noStrike" u="none">
              <a:solidFill>
                <a:srgbClr val="000000"/>
              </a:solidFill>
              <a:effectLst/>
              <a:uFillTx/>
              <a:latin typeface="Arial"/>
            </a:endParaRPr>
          </a:p>
        </p:txBody>
      </p:sp>
      <p:sp>
        <p:nvSpPr>
          <p:cNvPr id="2" name="PlaceHolder 1"/>
          <p:cNvSpPr>
            <a:spLocks noGrp="1"/>
          </p:cNvSpPr>
          <p:nvPr>
            <p:ph type="sldNum" idx="41"/>
          </p:nvPr>
        </p:nvSpPr>
        <p:spPr/>
        <p:txBody>
          <a:bodyPr/>
          <a:p>
            <a:fld id="{5E365087-F634-4DBA-AA9F-9CEDAEE57798}"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PlaceHolder 5"/>
          <p:cNvSpPr/>
          <p:nvPr/>
        </p:nvSpPr>
        <p:spPr>
          <a:xfrm>
            <a:off x="1892160" y="360"/>
            <a:ext cx="6112440" cy="41004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r>
              <a:rPr b="1" lang="en-US" sz="2400" strike="noStrike" u="none">
                <a:solidFill>
                  <a:schemeClr val="lt1"/>
                </a:solidFill>
                <a:effectLst/>
                <a:uFillTx/>
                <a:latin typeface="Calibri Light"/>
                <a:ea typeface="DejaVu Sans"/>
              </a:rPr>
              <a:t>Simulation method</a:t>
            </a:r>
            <a:endParaRPr b="0" lang="en-US" sz="2400" strike="noStrike" u="none">
              <a:solidFill>
                <a:srgbClr val="ffffff"/>
              </a:solidFill>
              <a:effectLst/>
              <a:uFillTx/>
              <a:latin typeface="Arial"/>
            </a:endParaRPr>
          </a:p>
        </p:txBody>
      </p:sp>
      <p:pic>
        <p:nvPicPr>
          <p:cNvPr id="452" name="" descr=""/>
          <p:cNvPicPr/>
          <p:nvPr/>
        </p:nvPicPr>
        <p:blipFill>
          <a:blip r:embed="rId1"/>
          <a:stretch/>
        </p:blipFill>
        <p:spPr>
          <a:xfrm>
            <a:off x="720" y="720"/>
            <a:ext cx="1860480" cy="410400"/>
          </a:xfrm>
          <a:prstGeom prst="rect">
            <a:avLst/>
          </a:prstGeom>
          <a:noFill/>
          <a:ln w="0">
            <a:noFill/>
          </a:ln>
        </p:spPr>
      </p:pic>
      <p:pic>
        <p:nvPicPr>
          <p:cNvPr id="453" name="" descr=""/>
          <p:cNvPicPr/>
          <p:nvPr/>
        </p:nvPicPr>
        <p:blipFill>
          <a:blip r:embed="rId2"/>
          <a:stretch/>
        </p:blipFill>
        <p:spPr>
          <a:xfrm>
            <a:off x="8946000" y="12960"/>
            <a:ext cx="1075320" cy="416520"/>
          </a:xfrm>
          <a:prstGeom prst="rect">
            <a:avLst/>
          </a:prstGeom>
          <a:noFill/>
          <a:ln w="0">
            <a:noFill/>
          </a:ln>
        </p:spPr>
      </p:pic>
      <p:sp>
        <p:nvSpPr>
          <p:cNvPr id="454" name=""/>
          <p:cNvSpPr/>
          <p:nvPr/>
        </p:nvSpPr>
        <p:spPr>
          <a:xfrm>
            <a:off x="701640" y="669600"/>
            <a:ext cx="8494920" cy="3380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US" sz="1800" strike="noStrike" u="none">
                <a:solidFill>
                  <a:srgbClr val="000000"/>
                </a:solidFill>
                <a:effectLst/>
                <a:uFillTx/>
                <a:latin typeface="Calibri"/>
                <a:ea typeface="DejaVu Sans"/>
              </a:rPr>
              <a:t>Monte Carlo Simulations: Using random sampling to solve math and physics problems</a:t>
            </a:r>
            <a:endParaRPr b="0" lang="en-US" sz="1800" strike="noStrike" u="none">
              <a:solidFill>
                <a:srgbClr val="000000"/>
              </a:solidFill>
              <a:effectLst/>
              <a:uFillTx/>
              <a:latin typeface="Arial"/>
            </a:endParaRPr>
          </a:p>
        </p:txBody>
      </p:sp>
      <p:sp>
        <p:nvSpPr>
          <p:cNvPr id="455" name=""/>
          <p:cNvSpPr/>
          <p:nvPr/>
        </p:nvSpPr>
        <p:spPr>
          <a:xfrm>
            <a:off x="712080" y="1322280"/>
            <a:ext cx="5409720" cy="307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trike="noStrike" u="none">
                <a:solidFill>
                  <a:srgbClr val="000000"/>
                </a:solidFill>
                <a:effectLst/>
                <a:uFillTx/>
                <a:latin typeface="Calibri"/>
                <a:ea typeface="DejaVu Sans"/>
              </a:rPr>
              <a:t>The Metropolis acceptance probability P is defined as:</a:t>
            </a:r>
            <a:endParaRPr b="0" lang="en-US" sz="1600" strike="noStrike" u="none">
              <a:solidFill>
                <a:srgbClr val="000000"/>
              </a:solidFill>
              <a:effectLst/>
              <a:uFillTx/>
              <a:latin typeface="Arial"/>
            </a:endParaRPr>
          </a:p>
        </p:txBody>
      </p:sp>
      <p:pic>
        <p:nvPicPr>
          <p:cNvPr id="456" name="" descr=""/>
          <p:cNvPicPr/>
          <p:nvPr/>
        </p:nvPicPr>
        <p:blipFill>
          <a:blip r:embed="rId3"/>
          <a:srcRect l="3004" t="10052" r="0" b="6334"/>
          <a:stretch/>
        </p:blipFill>
        <p:spPr>
          <a:xfrm>
            <a:off x="748800" y="1785600"/>
            <a:ext cx="2154600" cy="758160"/>
          </a:xfrm>
          <a:prstGeom prst="rect">
            <a:avLst/>
          </a:prstGeom>
          <a:noFill/>
          <a:ln w="18000">
            <a:noFill/>
          </a:ln>
        </p:spPr>
      </p:pic>
      <p:sp>
        <p:nvSpPr>
          <p:cNvPr id="457" name=""/>
          <p:cNvSpPr/>
          <p:nvPr/>
        </p:nvSpPr>
        <p:spPr>
          <a:xfrm>
            <a:off x="756000" y="2725560"/>
            <a:ext cx="2402640" cy="307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trike="noStrike" u="none">
                <a:solidFill>
                  <a:srgbClr val="000000"/>
                </a:solidFill>
                <a:effectLst/>
                <a:uFillTx/>
                <a:latin typeface="Calibri"/>
                <a:ea typeface="DejaVu Sans"/>
              </a:rPr>
              <a:t>Metropolis rule:</a:t>
            </a:r>
            <a:endParaRPr b="0" lang="en-US" sz="1600" strike="noStrike" u="none">
              <a:solidFill>
                <a:srgbClr val="000000"/>
              </a:solidFill>
              <a:effectLst/>
              <a:uFillTx/>
              <a:latin typeface="Arial"/>
            </a:endParaRPr>
          </a:p>
        </p:txBody>
      </p:sp>
      <p:pic>
        <p:nvPicPr>
          <p:cNvPr id="458" name="" descr=""/>
          <p:cNvPicPr/>
          <p:nvPr/>
        </p:nvPicPr>
        <p:blipFill>
          <a:blip r:embed="rId4"/>
          <a:stretch/>
        </p:blipFill>
        <p:spPr>
          <a:xfrm>
            <a:off x="732600" y="3126240"/>
            <a:ext cx="1743840" cy="339840"/>
          </a:xfrm>
          <a:prstGeom prst="rect">
            <a:avLst/>
          </a:prstGeom>
          <a:noFill/>
          <a:ln w="18000">
            <a:noFill/>
          </a:ln>
        </p:spPr>
      </p:pic>
      <p:sp>
        <p:nvSpPr>
          <p:cNvPr id="459" name=""/>
          <p:cNvSpPr/>
          <p:nvPr/>
        </p:nvSpPr>
        <p:spPr>
          <a:xfrm>
            <a:off x="732600" y="3126240"/>
            <a:ext cx="8238600" cy="999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a typeface="DejaVu Sans"/>
            </a:endParaRPr>
          </a:p>
        </p:txBody>
      </p:sp>
      <p:pic>
        <p:nvPicPr>
          <p:cNvPr id="460" name="" descr=""/>
          <p:cNvPicPr/>
          <p:nvPr/>
        </p:nvPicPr>
        <p:blipFill>
          <a:blip r:embed="rId5"/>
          <a:stretch/>
        </p:blipFill>
        <p:spPr>
          <a:xfrm>
            <a:off x="5910840" y="1407600"/>
            <a:ext cx="3215520" cy="2091600"/>
          </a:xfrm>
          <a:prstGeom prst="rect">
            <a:avLst/>
          </a:prstGeom>
          <a:noFill/>
          <a:ln w="0">
            <a:noFill/>
          </a:ln>
        </p:spPr>
      </p:pic>
      <p:sp>
        <p:nvSpPr>
          <p:cNvPr id="461" name=""/>
          <p:cNvSpPr/>
          <p:nvPr/>
        </p:nvSpPr>
        <p:spPr>
          <a:xfrm>
            <a:off x="802800" y="3626640"/>
            <a:ext cx="4539960" cy="121716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b="0" lang="en-US" sz="1600" strike="noStrike" u="none">
                <a:solidFill>
                  <a:srgbClr val="000000"/>
                </a:solidFill>
                <a:effectLst/>
                <a:uFillTx/>
                <a:latin typeface="Calibri"/>
                <a:ea typeface="DejaVu Sans"/>
              </a:rPr>
              <a:t>If ΔE&lt;0, accept the move.</a:t>
            </a:r>
            <a:endParaRPr b="0" lang="en-US" sz="16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1600" strike="noStrike" u="none">
                <a:solidFill>
                  <a:srgbClr val="000000"/>
                </a:solidFill>
                <a:effectLst/>
                <a:uFillTx/>
                <a:latin typeface="Calibri"/>
                <a:ea typeface="DejaVu Sans"/>
              </a:rPr>
              <a:t>If ΔE&gt;0, generate a random number r∈(0,1)</a:t>
            </a:r>
            <a:endParaRPr b="0" lang="en-US" sz="16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en-US" sz="1600" strike="noStrike" u="none">
                <a:solidFill>
                  <a:srgbClr val="000000"/>
                </a:solidFill>
                <a:effectLst/>
                <a:uFillTx/>
                <a:latin typeface="Calibri"/>
                <a:ea typeface="DejaVu Sans"/>
              </a:rPr>
              <a:t>If r&lt;P, accept the move.</a:t>
            </a:r>
            <a:endParaRPr b="0" lang="en-US" sz="16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en-US" sz="1600" strike="noStrike" u="none">
                <a:solidFill>
                  <a:srgbClr val="000000"/>
                </a:solidFill>
                <a:effectLst/>
                <a:uFillTx/>
                <a:latin typeface="Calibri"/>
                <a:ea typeface="DejaVu Sans"/>
              </a:rPr>
              <a:t>If r&gt;P, reject the move.</a:t>
            </a:r>
            <a:endParaRPr b="0" lang="en-US" sz="1600" strike="noStrike" u="none">
              <a:solidFill>
                <a:srgbClr val="000000"/>
              </a:solidFill>
              <a:effectLst/>
              <a:uFillTx/>
              <a:latin typeface="Arial"/>
            </a:endParaRPr>
          </a:p>
          <a:p>
            <a:pPr>
              <a:lnSpc>
                <a:spcPct val="100000"/>
              </a:lnSpc>
            </a:pPr>
            <a:endParaRPr b="0" lang="en-US" sz="1000" strike="noStrike" u="none">
              <a:solidFill>
                <a:srgbClr val="000000"/>
              </a:solidFill>
              <a:effectLst/>
              <a:uFillTx/>
              <a:latin typeface="Arial"/>
            </a:endParaRPr>
          </a:p>
        </p:txBody>
      </p:sp>
      <p:sp>
        <p:nvSpPr>
          <p:cNvPr id="2" name="PlaceHolder 1"/>
          <p:cNvSpPr>
            <a:spLocks noGrp="1"/>
          </p:cNvSpPr>
          <p:nvPr>
            <p:ph type="sldNum" idx="41"/>
          </p:nvPr>
        </p:nvSpPr>
        <p:spPr/>
        <p:txBody>
          <a:bodyPr/>
          <a:p>
            <a:fld id="{B655C87F-E8A8-4A90-9066-4192A3215047}"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2" name=""/>
          <p:cNvSpPr/>
          <p:nvPr/>
        </p:nvSpPr>
        <p:spPr>
          <a:xfrm>
            <a:off x="3821400" y="444600"/>
            <a:ext cx="1927800" cy="344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pic>
        <p:nvPicPr>
          <p:cNvPr id="463" name="" descr=""/>
          <p:cNvPicPr/>
          <p:nvPr/>
        </p:nvPicPr>
        <p:blipFill>
          <a:blip r:embed="rId1"/>
          <a:stretch/>
        </p:blipFill>
        <p:spPr>
          <a:xfrm>
            <a:off x="2833920" y="1074600"/>
            <a:ext cx="3640320" cy="577440"/>
          </a:xfrm>
          <a:prstGeom prst="rect">
            <a:avLst/>
          </a:prstGeom>
          <a:noFill/>
          <a:ln w="0">
            <a:noFill/>
          </a:ln>
        </p:spPr>
      </p:pic>
      <p:sp>
        <p:nvSpPr>
          <p:cNvPr id="464" name=""/>
          <p:cNvSpPr/>
          <p:nvPr/>
        </p:nvSpPr>
        <p:spPr>
          <a:xfrm>
            <a:off x="142920" y="663480"/>
            <a:ext cx="9798120" cy="333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trike="noStrike" u="none">
                <a:solidFill>
                  <a:srgbClr val="000000"/>
                </a:solidFill>
                <a:effectLst/>
                <a:uFillTx/>
                <a:latin typeface="Arial"/>
                <a:ea typeface="DejaVu Sans"/>
              </a:rPr>
              <a:t>To ensure that any two particles i and j do not overlap, we compute the squared center-to-center distance</a:t>
            </a:r>
            <a:endParaRPr b="0" lang="en-US" sz="1600" strike="noStrike" u="none">
              <a:solidFill>
                <a:srgbClr val="000000"/>
              </a:solidFill>
              <a:effectLst/>
              <a:uFillTx/>
              <a:latin typeface="Arial"/>
            </a:endParaRPr>
          </a:p>
        </p:txBody>
      </p:sp>
      <p:pic>
        <p:nvPicPr>
          <p:cNvPr id="465" name="" descr=""/>
          <p:cNvPicPr/>
          <p:nvPr/>
        </p:nvPicPr>
        <p:blipFill>
          <a:blip r:embed="rId2"/>
          <a:stretch/>
        </p:blipFill>
        <p:spPr>
          <a:xfrm>
            <a:off x="3356640" y="3110760"/>
            <a:ext cx="1760400" cy="1425600"/>
          </a:xfrm>
          <a:prstGeom prst="rect">
            <a:avLst/>
          </a:prstGeom>
          <a:noFill/>
          <a:ln w="0">
            <a:noFill/>
          </a:ln>
        </p:spPr>
      </p:pic>
      <p:sp>
        <p:nvSpPr>
          <p:cNvPr id="466" name=""/>
          <p:cNvSpPr/>
          <p:nvPr/>
        </p:nvSpPr>
        <p:spPr>
          <a:xfrm>
            <a:off x="610560" y="1645200"/>
            <a:ext cx="8955720" cy="333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trike="noStrike" u="none">
                <a:solidFill>
                  <a:srgbClr val="000000"/>
                </a:solidFill>
                <a:effectLst/>
                <a:uFillTx/>
                <a:latin typeface="Arial"/>
                <a:ea typeface="DejaVu Sans"/>
              </a:rPr>
              <a:t>For the particles with the diameter σ, overlap is rejected by imposing the condition</a:t>
            </a:r>
            <a:endParaRPr b="0" lang="en-US" sz="1600" strike="noStrike" u="none">
              <a:solidFill>
                <a:srgbClr val="000000"/>
              </a:solidFill>
              <a:effectLst/>
              <a:uFillTx/>
              <a:latin typeface="Arial"/>
            </a:endParaRPr>
          </a:p>
        </p:txBody>
      </p:sp>
      <p:pic>
        <p:nvPicPr>
          <p:cNvPr id="467" name="" descr=""/>
          <p:cNvPicPr/>
          <p:nvPr/>
        </p:nvPicPr>
        <p:blipFill>
          <a:blip r:embed="rId3"/>
          <a:srcRect l="8129" t="0" r="0" b="2868"/>
          <a:stretch/>
        </p:blipFill>
        <p:spPr>
          <a:xfrm>
            <a:off x="8549640" y="1252080"/>
            <a:ext cx="1164960" cy="1639080"/>
          </a:xfrm>
          <a:prstGeom prst="rect">
            <a:avLst/>
          </a:prstGeom>
          <a:noFill/>
          <a:ln w="0">
            <a:noFill/>
          </a:ln>
        </p:spPr>
      </p:pic>
      <p:pic>
        <p:nvPicPr>
          <p:cNvPr id="468" name="" descr=""/>
          <p:cNvPicPr/>
          <p:nvPr/>
        </p:nvPicPr>
        <p:blipFill>
          <a:blip r:embed="rId4"/>
          <a:srcRect l="0" t="11188" r="0" b="0"/>
          <a:stretch/>
        </p:blipFill>
        <p:spPr>
          <a:xfrm>
            <a:off x="8560800" y="3160800"/>
            <a:ext cx="1227600" cy="1701000"/>
          </a:xfrm>
          <a:prstGeom prst="rect">
            <a:avLst/>
          </a:prstGeom>
          <a:noFill/>
          <a:ln w="0">
            <a:noFill/>
          </a:ln>
        </p:spPr>
      </p:pic>
      <p:pic>
        <p:nvPicPr>
          <p:cNvPr id="469" name="" descr=""/>
          <p:cNvPicPr/>
          <p:nvPr/>
        </p:nvPicPr>
        <p:blipFill>
          <a:blip r:embed="rId5"/>
          <a:stretch/>
        </p:blipFill>
        <p:spPr>
          <a:xfrm>
            <a:off x="720" y="720"/>
            <a:ext cx="1860480" cy="410400"/>
          </a:xfrm>
          <a:prstGeom prst="rect">
            <a:avLst/>
          </a:prstGeom>
          <a:noFill/>
          <a:ln w="0">
            <a:noFill/>
          </a:ln>
        </p:spPr>
      </p:pic>
      <p:sp>
        <p:nvSpPr>
          <p:cNvPr id="470" name="PlaceHolder 17"/>
          <p:cNvSpPr/>
          <p:nvPr/>
        </p:nvSpPr>
        <p:spPr>
          <a:xfrm>
            <a:off x="1892160" y="360"/>
            <a:ext cx="6112440" cy="41004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r>
              <a:rPr b="1" lang="en-US" sz="2400" strike="noStrike" u="none">
                <a:solidFill>
                  <a:schemeClr val="lt1"/>
                </a:solidFill>
                <a:effectLst/>
                <a:uFillTx/>
                <a:latin typeface="Calibri Light"/>
                <a:ea typeface="DejaVu Sans"/>
              </a:rPr>
              <a:t>Exclude Volume</a:t>
            </a:r>
            <a:endParaRPr b="0" lang="en-US" sz="2400" strike="noStrike" u="none">
              <a:solidFill>
                <a:srgbClr val="ffffff"/>
              </a:solidFill>
              <a:effectLst/>
              <a:uFillTx/>
              <a:latin typeface="Arial"/>
            </a:endParaRPr>
          </a:p>
        </p:txBody>
      </p:sp>
      <p:pic>
        <p:nvPicPr>
          <p:cNvPr id="471" name="" descr=""/>
          <p:cNvPicPr/>
          <p:nvPr/>
        </p:nvPicPr>
        <p:blipFill>
          <a:blip r:embed="rId6"/>
          <a:stretch/>
        </p:blipFill>
        <p:spPr>
          <a:xfrm>
            <a:off x="8946360" y="13320"/>
            <a:ext cx="1075320" cy="416520"/>
          </a:xfrm>
          <a:prstGeom prst="rect">
            <a:avLst/>
          </a:prstGeom>
          <a:noFill/>
          <a:ln w="0">
            <a:noFill/>
          </a:ln>
        </p:spPr>
      </p:pic>
      <p:pic>
        <p:nvPicPr>
          <p:cNvPr id="472" name="" descr=""/>
          <p:cNvPicPr/>
          <p:nvPr/>
        </p:nvPicPr>
        <p:blipFill>
          <a:blip r:embed="rId7"/>
          <a:stretch/>
        </p:blipFill>
        <p:spPr>
          <a:xfrm>
            <a:off x="4119840" y="2188080"/>
            <a:ext cx="816480" cy="425880"/>
          </a:xfrm>
          <a:prstGeom prst="rect">
            <a:avLst/>
          </a:prstGeom>
          <a:noFill/>
          <a:ln w="0">
            <a:noFill/>
          </a:ln>
        </p:spPr>
      </p:pic>
      <p:sp>
        <p:nvSpPr>
          <p:cNvPr id="473" name=""/>
          <p:cNvSpPr/>
          <p:nvPr/>
        </p:nvSpPr>
        <p:spPr>
          <a:xfrm>
            <a:off x="6647400" y="1214280"/>
            <a:ext cx="397800" cy="3031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400" strike="noStrike" u="none">
                <a:solidFill>
                  <a:srgbClr val="000000"/>
                </a:solidFill>
                <a:effectLst/>
                <a:uFillTx/>
                <a:latin typeface="Arial"/>
                <a:ea typeface="DejaVu Sans"/>
              </a:rPr>
              <a:t>(1)</a:t>
            </a:r>
            <a:endParaRPr b="0" lang="en-US" sz="1400" strike="noStrike" u="none">
              <a:solidFill>
                <a:srgbClr val="000000"/>
              </a:solidFill>
              <a:effectLst/>
              <a:uFillTx/>
              <a:latin typeface="Arial"/>
            </a:endParaRPr>
          </a:p>
        </p:txBody>
      </p:sp>
      <p:sp>
        <p:nvSpPr>
          <p:cNvPr id="474" name=""/>
          <p:cNvSpPr/>
          <p:nvPr/>
        </p:nvSpPr>
        <p:spPr>
          <a:xfrm>
            <a:off x="5513760" y="2199960"/>
            <a:ext cx="397800" cy="3031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400" strike="noStrike" u="none">
                <a:solidFill>
                  <a:srgbClr val="000000"/>
                </a:solidFill>
                <a:effectLst/>
                <a:uFillTx/>
                <a:latin typeface="Arial"/>
                <a:ea typeface="DejaVu Sans"/>
              </a:rPr>
              <a:t>(2)</a:t>
            </a:r>
            <a:endParaRPr b="0" lang="en-US" sz="1400" strike="noStrike" u="none">
              <a:solidFill>
                <a:srgbClr val="000000"/>
              </a:solidFill>
              <a:effectLst/>
              <a:uFillTx/>
              <a:latin typeface="Arial"/>
            </a:endParaRPr>
          </a:p>
        </p:txBody>
      </p:sp>
      <p:sp>
        <p:nvSpPr>
          <p:cNvPr id="475" name=""/>
          <p:cNvSpPr/>
          <p:nvPr/>
        </p:nvSpPr>
        <p:spPr>
          <a:xfrm>
            <a:off x="5464440" y="3285360"/>
            <a:ext cx="567360" cy="3031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400" strike="noStrike" u="none">
                <a:solidFill>
                  <a:srgbClr val="000000"/>
                </a:solidFill>
                <a:effectLst/>
                <a:uFillTx/>
                <a:latin typeface="Arial"/>
                <a:ea typeface="DejaVu Sans"/>
              </a:rPr>
              <a:t>(3)</a:t>
            </a:r>
            <a:endParaRPr b="0" lang="en-US" sz="1400" strike="noStrike" u="none">
              <a:solidFill>
                <a:srgbClr val="000000"/>
              </a:solidFill>
              <a:effectLst/>
              <a:uFillTx/>
              <a:latin typeface="Arial"/>
            </a:endParaRPr>
          </a:p>
        </p:txBody>
      </p:sp>
      <p:sp>
        <p:nvSpPr>
          <p:cNvPr id="476" name=""/>
          <p:cNvSpPr/>
          <p:nvPr/>
        </p:nvSpPr>
        <p:spPr>
          <a:xfrm>
            <a:off x="5476680" y="3706200"/>
            <a:ext cx="838440" cy="3031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400" strike="noStrike" u="none">
                <a:solidFill>
                  <a:srgbClr val="000000"/>
                </a:solidFill>
                <a:effectLst/>
                <a:uFillTx/>
                <a:latin typeface="Arial"/>
                <a:ea typeface="DejaVu Sans"/>
              </a:rPr>
              <a:t>(4)</a:t>
            </a:r>
            <a:endParaRPr b="0" lang="en-US" sz="1400" strike="noStrike" u="none">
              <a:solidFill>
                <a:srgbClr val="000000"/>
              </a:solidFill>
              <a:effectLst/>
              <a:uFillTx/>
              <a:latin typeface="Arial"/>
            </a:endParaRPr>
          </a:p>
        </p:txBody>
      </p:sp>
      <p:sp>
        <p:nvSpPr>
          <p:cNvPr id="477" name=""/>
          <p:cNvSpPr/>
          <p:nvPr/>
        </p:nvSpPr>
        <p:spPr>
          <a:xfrm>
            <a:off x="5464440" y="4057560"/>
            <a:ext cx="895680" cy="3031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400" strike="noStrike" u="none">
                <a:solidFill>
                  <a:srgbClr val="000000"/>
                </a:solidFill>
                <a:effectLst/>
                <a:uFillTx/>
                <a:latin typeface="Arial"/>
                <a:ea typeface="DejaVu Sans"/>
              </a:rPr>
              <a:t>(5)</a:t>
            </a:r>
            <a:endParaRPr b="0" lang="en-US" sz="1400" strike="noStrike" u="none">
              <a:solidFill>
                <a:srgbClr val="000000"/>
              </a:solidFill>
              <a:effectLst/>
              <a:uFillTx/>
              <a:latin typeface="Arial"/>
            </a:endParaRPr>
          </a:p>
        </p:txBody>
      </p:sp>
      <p:sp>
        <p:nvSpPr>
          <p:cNvPr id="2" name="PlaceHolder 1"/>
          <p:cNvSpPr>
            <a:spLocks noGrp="1"/>
          </p:cNvSpPr>
          <p:nvPr>
            <p:ph type="sldNum" idx="41"/>
          </p:nvPr>
        </p:nvSpPr>
        <p:spPr/>
        <p:txBody>
          <a:bodyPr/>
          <a:p>
            <a:fld id="{B4875209-1432-4F9E-BB94-4C103F96DCDE}"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
          <p:cNvSpPr/>
          <p:nvPr/>
        </p:nvSpPr>
        <p:spPr>
          <a:xfrm>
            <a:off x="963360" y="849960"/>
            <a:ext cx="4836960" cy="344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pic>
        <p:nvPicPr>
          <p:cNvPr id="479" name="" descr=""/>
          <p:cNvPicPr/>
          <p:nvPr/>
        </p:nvPicPr>
        <p:blipFill>
          <a:blip r:embed="rId1"/>
          <a:stretch/>
        </p:blipFill>
        <p:spPr>
          <a:xfrm>
            <a:off x="694080" y="1366560"/>
            <a:ext cx="4217040" cy="2957400"/>
          </a:xfrm>
          <a:prstGeom prst="rect">
            <a:avLst/>
          </a:prstGeom>
          <a:noFill/>
          <a:ln w="0">
            <a:noFill/>
          </a:ln>
        </p:spPr>
      </p:pic>
      <p:sp>
        <p:nvSpPr>
          <p:cNvPr id="480" name="PlaceHolder 18"/>
          <p:cNvSpPr/>
          <p:nvPr/>
        </p:nvSpPr>
        <p:spPr>
          <a:xfrm>
            <a:off x="1892160" y="360"/>
            <a:ext cx="6112440" cy="410040"/>
          </a:xfrm>
          <a:prstGeom prst="rect">
            <a:avLst/>
          </a:prstGeom>
          <a:solidFill>
            <a:srgbClr val="1d3783"/>
          </a:solidFill>
          <a:ln w="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rgbClr val="ffffff"/>
              </a:solidFill>
              <a:effectLst/>
              <a:uFillTx/>
              <a:latin typeface="Arial"/>
              <a:ea typeface="DejaVu Sans"/>
            </a:endParaRPr>
          </a:p>
        </p:txBody>
      </p:sp>
      <p:sp>
        <p:nvSpPr>
          <p:cNvPr id="481" name=""/>
          <p:cNvSpPr/>
          <p:nvPr/>
        </p:nvSpPr>
        <p:spPr>
          <a:xfrm>
            <a:off x="2548800" y="78120"/>
            <a:ext cx="5393520" cy="347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sp>
        <p:nvSpPr>
          <p:cNvPr id="482" name=""/>
          <p:cNvSpPr/>
          <p:nvPr/>
        </p:nvSpPr>
        <p:spPr>
          <a:xfrm>
            <a:off x="5023800" y="2387880"/>
            <a:ext cx="4690080" cy="3031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400" strike="noStrike" u="none">
                <a:solidFill>
                  <a:srgbClr val="000000"/>
                </a:solidFill>
                <a:effectLst/>
                <a:uFillTx/>
                <a:latin typeface="Arial"/>
                <a:ea typeface="DejaVu Sans"/>
              </a:rPr>
              <a:t>Attraction between genome and intracelluar components </a:t>
            </a:r>
            <a:endParaRPr b="0" lang="en-US" sz="1400" strike="noStrike" u="none">
              <a:solidFill>
                <a:srgbClr val="000000"/>
              </a:solidFill>
              <a:effectLst/>
              <a:uFillTx/>
              <a:latin typeface="Arial"/>
            </a:endParaRPr>
          </a:p>
        </p:txBody>
      </p:sp>
      <p:sp>
        <p:nvSpPr>
          <p:cNvPr id="483" name=""/>
          <p:cNvSpPr/>
          <p:nvPr/>
        </p:nvSpPr>
        <p:spPr>
          <a:xfrm>
            <a:off x="2695680" y="78120"/>
            <a:ext cx="4856400" cy="333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600" strike="noStrike" u="none">
                <a:solidFill>
                  <a:srgbClr val="ffffff"/>
                </a:solidFill>
                <a:effectLst/>
                <a:uFillTx/>
                <a:latin typeface="Arial"/>
                <a:ea typeface="DejaVu Sans"/>
              </a:rPr>
              <a:t>Effective Interaction Potential (Lennard–Jones</a:t>
            </a:r>
            <a:r>
              <a:rPr b="1" lang="en-US" sz="1600" strike="noStrike" u="none">
                <a:solidFill>
                  <a:srgbClr val="ffffff"/>
                </a:solidFill>
                <a:effectLst/>
                <a:highlight>
                  <a:srgbClr val="000000"/>
                </a:highlight>
                <a:uFillTx/>
                <a:latin typeface="Arial"/>
                <a:ea typeface="DejaVu Sans"/>
              </a:rPr>
              <a:t>)</a:t>
            </a:r>
            <a:endParaRPr b="0" lang="en-US" sz="1600" strike="noStrike" u="none">
              <a:solidFill>
                <a:srgbClr val="000000"/>
              </a:solidFill>
              <a:effectLst/>
              <a:uFillTx/>
              <a:latin typeface="Arial"/>
            </a:endParaRPr>
          </a:p>
        </p:txBody>
      </p:sp>
      <p:pic>
        <p:nvPicPr>
          <p:cNvPr id="484" name="" descr=""/>
          <p:cNvPicPr/>
          <p:nvPr/>
        </p:nvPicPr>
        <p:blipFill>
          <a:blip r:embed="rId2"/>
          <a:stretch/>
        </p:blipFill>
        <p:spPr>
          <a:xfrm>
            <a:off x="720" y="720"/>
            <a:ext cx="1860480" cy="410400"/>
          </a:xfrm>
          <a:prstGeom prst="rect">
            <a:avLst/>
          </a:prstGeom>
          <a:noFill/>
          <a:ln w="0">
            <a:noFill/>
          </a:ln>
        </p:spPr>
      </p:pic>
      <p:pic>
        <p:nvPicPr>
          <p:cNvPr id="485" name="" descr=""/>
          <p:cNvPicPr/>
          <p:nvPr/>
        </p:nvPicPr>
        <p:blipFill>
          <a:blip r:embed="rId3"/>
          <a:stretch/>
        </p:blipFill>
        <p:spPr>
          <a:xfrm>
            <a:off x="8946360" y="13320"/>
            <a:ext cx="1075320" cy="416520"/>
          </a:xfrm>
          <a:prstGeom prst="rect">
            <a:avLst/>
          </a:prstGeom>
          <a:noFill/>
          <a:ln w="0">
            <a:noFill/>
          </a:ln>
        </p:spPr>
      </p:pic>
      <p:pic>
        <p:nvPicPr>
          <p:cNvPr id="486" name="" descr=""/>
          <p:cNvPicPr/>
          <p:nvPr/>
        </p:nvPicPr>
        <p:blipFill>
          <a:blip r:embed="rId4"/>
          <a:stretch/>
        </p:blipFill>
        <p:spPr>
          <a:xfrm>
            <a:off x="5801400" y="2761200"/>
            <a:ext cx="3593880" cy="699840"/>
          </a:xfrm>
          <a:prstGeom prst="rect">
            <a:avLst/>
          </a:prstGeom>
          <a:noFill/>
          <a:ln w="0">
            <a:noFill/>
          </a:ln>
        </p:spPr>
      </p:pic>
      <p:sp>
        <p:nvSpPr>
          <p:cNvPr id="487" name=""/>
          <p:cNvSpPr/>
          <p:nvPr/>
        </p:nvSpPr>
        <p:spPr>
          <a:xfrm>
            <a:off x="5193360" y="3523320"/>
            <a:ext cx="434088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400" strike="noStrike" u="none">
                <a:solidFill>
                  <a:srgbClr val="000000"/>
                </a:solidFill>
                <a:effectLst/>
                <a:uFillTx/>
                <a:latin typeface="Arial"/>
                <a:ea typeface="DejaVu Sans"/>
              </a:rPr>
              <a:t>σ is the distance at which the Lennard–Jones potential crosses zero, U</a:t>
            </a:r>
            <a:r>
              <a:rPr b="0" lang="en-US" sz="1400" strike="noStrike" u="none" baseline="-8000">
                <a:solidFill>
                  <a:srgbClr val="000000"/>
                </a:solidFill>
                <a:effectLst/>
                <a:uFillTx/>
                <a:latin typeface="Arial"/>
                <a:ea typeface="DejaVu Sans"/>
              </a:rPr>
              <a:t>LJ</a:t>
            </a:r>
            <a:r>
              <a:rPr b="0" lang="en-US" sz="1400" strike="noStrike" u="none">
                <a:solidFill>
                  <a:srgbClr val="000000"/>
                </a:solidFill>
                <a:effectLst/>
                <a:uFillTx/>
                <a:latin typeface="Arial"/>
                <a:ea typeface="DejaVu Sans"/>
              </a:rPr>
              <a:t> (r = σ) = 0.</a:t>
            </a:r>
            <a:endParaRPr b="0" lang="en-US" sz="1400" strike="noStrike" u="none">
              <a:solidFill>
                <a:srgbClr val="000000"/>
              </a:solidFill>
              <a:effectLst/>
              <a:uFillTx/>
              <a:latin typeface="Arial"/>
            </a:endParaRPr>
          </a:p>
        </p:txBody>
      </p:sp>
      <p:sp>
        <p:nvSpPr>
          <p:cNvPr id="2" name="PlaceHolder 1"/>
          <p:cNvSpPr>
            <a:spLocks noGrp="1"/>
          </p:cNvSpPr>
          <p:nvPr>
            <p:ph type="sldNum" idx="41"/>
          </p:nvPr>
        </p:nvSpPr>
        <p:spPr/>
        <p:txBody>
          <a:bodyPr/>
          <a:p>
            <a:fld id="{85934D82-D78E-4723-B8D3-24160C097317}"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8" name="" descr=""/>
          <p:cNvPicPr/>
          <p:nvPr/>
        </p:nvPicPr>
        <p:blipFill>
          <a:blip r:embed="rId1"/>
          <a:stretch/>
        </p:blipFill>
        <p:spPr>
          <a:xfrm>
            <a:off x="460080" y="912240"/>
            <a:ext cx="9012960" cy="2354760"/>
          </a:xfrm>
          <a:prstGeom prst="rect">
            <a:avLst/>
          </a:prstGeom>
          <a:noFill/>
          <a:ln w="0">
            <a:noFill/>
          </a:ln>
        </p:spPr>
      </p:pic>
      <p:sp>
        <p:nvSpPr>
          <p:cNvPr id="489" name="PlaceHolder 13"/>
          <p:cNvSpPr/>
          <p:nvPr/>
        </p:nvSpPr>
        <p:spPr>
          <a:xfrm>
            <a:off x="1936080" y="0"/>
            <a:ext cx="6112440" cy="410040"/>
          </a:xfrm>
          <a:prstGeom prst="rect">
            <a:avLst/>
          </a:prstGeom>
          <a:solidFill>
            <a:srgbClr val="1d3783"/>
          </a:solidFill>
          <a:ln w="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rgbClr val="ffffff"/>
              </a:solidFill>
              <a:effectLst/>
              <a:uFillTx/>
              <a:latin typeface="Arial"/>
              <a:ea typeface="DejaVu Sans"/>
            </a:endParaRPr>
          </a:p>
        </p:txBody>
      </p:sp>
      <p:sp>
        <p:nvSpPr>
          <p:cNvPr id="490" name=""/>
          <p:cNvSpPr/>
          <p:nvPr/>
        </p:nvSpPr>
        <p:spPr>
          <a:xfrm>
            <a:off x="2397240" y="54720"/>
            <a:ext cx="571032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800" strike="noStrike" u="none">
                <a:solidFill>
                  <a:srgbClr val="ffffff"/>
                </a:solidFill>
                <a:effectLst/>
                <a:uFillTx/>
                <a:latin typeface="Arial"/>
                <a:ea typeface="DejaVu Sans"/>
              </a:rPr>
              <a:t>Helfrich–Canham Membrane Elasticity Model</a:t>
            </a:r>
            <a:endParaRPr b="0" lang="en-US" sz="1800" strike="noStrike" u="none">
              <a:solidFill>
                <a:srgbClr val="000000"/>
              </a:solidFill>
              <a:effectLst/>
              <a:uFillTx/>
              <a:latin typeface="Arial"/>
            </a:endParaRPr>
          </a:p>
        </p:txBody>
      </p:sp>
      <p:sp>
        <p:nvSpPr>
          <p:cNvPr id="491" name=""/>
          <p:cNvSpPr/>
          <p:nvPr/>
        </p:nvSpPr>
        <p:spPr>
          <a:xfrm>
            <a:off x="826560" y="826920"/>
            <a:ext cx="711180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b="0" lang="en-US" sz="1800" strike="noStrike" u="none">
                <a:solidFill>
                  <a:srgbClr val="000000"/>
                </a:solidFill>
                <a:effectLst/>
                <a:uFillTx/>
                <a:latin typeface="Calibri"/>
                <a:ea typeface="DejaVu Sans"/>
              </a:rPr>
              <a:t>(1)Continuum description of membrane bending energy (theoretical):</a:t>
            </a:r>
            <a:endParaRPr b="0" lang="en-US" sz="1800" strike="noStrike" u="none">
              <a:solidFill>
                <a:srgbClr val="000000"/>
              </a:solidFill>
              <a:effectLst/>
              <a:uFillTx/>
              <a:latin typeface="Arial"/>
            </a:endParaRPr>
          </a:p>
        </p:txBody>
      </p:sp>
      <p:sp>
        <p:nvSpPr>
          <p:cNvPr id="492" name=""/>
          <p:cNvSpPr/>
          <p:nvPr/>
        </p:nvSpPr>
        <p:spPr>
          <a:xfrm>
            <a:off x="754200" y="3245040"/>
            <a:ext cx="662436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b="0" lang="en-US" sz="1800" strike="noStrike" u="none">
                <a:solidFill>
                  <a:srgbClr val="000000"/>
                </a:solidFill>
                <a:effectLst/>
                <a:uFillTx/>
                <a:latin typeface="Calibri"/>
                <a:ea typeface="DejaVu Sans"/>
              </a:rPr>
              <a:t>(2)Discrete angle-based formulation for simulations (practical):</a:t>
            </a:r>
            <a:endParaRPr b="0" lang="en-US" sz="1800" strike="noStrike" u="none">
              <a:solidFill>
                <a:srgbClr val="000000"/>
              </a:solidFill>
              <a:effectLst/>
              <a:uFillTx/>
              <a:latin typeface="Arial"/>
            </a:endParaRPr>
          </a:p>
        </p:txBody>
      </p:sp>
      <p:pic>
        <p:nvPicPr>
          <p:cNvPr id="493" name="" descr=""/>
          <p:cNvPicPr/>
          <p:nvPr/>
        </p:nvPicPr>
        <p:blipFill>
          <a:blip r:embed="rId2"/>
          <a:stretch/>
        </p:blipFill>
        <p:spPr>
          <a:xfrm>
            <a:off x="1886400" y="3881880"/>
            <a:ext cx="4126320" cy="830880"/>
          </a:xfrm>
          <a:prstGeom prst="rect">
            <a:avLst/>
          </a:prstGeom>
          <a:noFill/>
          <a:ln w="0">
            <a:noFill/>
          </a:ln>
        </p:spPr>
      </p:pic>
      <p:sp>
        <p:nvSpPr>
          <p:cNvPr id="494" name=""/>
          <p:cNvSpPr/>
          <p:nvPr/>
        </p:nvSpPr>
        <p:spPr>
          <a:xfrm>
            <a:off x="1868760" y="4929480"/>
            <a:ext cx="5851080" cy="333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trike="noStrike" u="none">
                <a:solidFill>
                  <a:srgbClr val="000000"/>
                </a:solidFill>
                <a:effectLst/>
                <a:uFillTx/>
                <a:latin typeface="Arial"/>
                <a:ea typeface="DejaVu Sans"/>
              </a:rPr>
              <a:t>where θ</a:t>
            </a:r>
            <a:r>
              <a:rPr b="0" lang="en-US" sz="1600" strike="noStrike" u="none" baseline="-8000">
                <a:solidFill>
                  <a:srgbClr val="000000"/>
                </a:solidFill>
                <a:effectLst/>
                <a:uFillTx/>
                <a:latin typeface="Arial"/>
                <a:ea typeface="DejaVu Sans"/>
              </a:rPr>
              <a:t>ij</a:t>
            </a:r>
            <a:r>
              <a:rPr b="0" lang="en-US" sz="1600" strike="noStrike" u="none">
                <a:solidFill>
                  <a:srgbClr val="000000"/>
                </a:solidFill>
                <a:effectLst/>
                <a:uFillTx/>
                <a:latin typeface="Arial"/>
                <a:ea typeface="DejaVu Sans"/>
              </a:rPr>
              <a:t> is the dihedral angle between neighboring triangles</a:t>
            </a:r>
            <a:endParaRPr b="0" lang="en-US" sz="1600" strike="noStrike" u="none">
              <a:solidFill>
                <a:srgbClr val="000000"/>
              </a:solidFill>
              <a:effectLst/>
              <a:uFillTx/>
              <a:latin typeface="Arial"/>
            </a:endParaRPr>
          </a:p>
        </p:txBody>
      </p:sp>
      <p:pic>
        <p:nvPicPr>
          <p:cNvPr id="495" name="" descr=""/>
          <p:cNvPicPr/>
          <p:nvPr/>
        </p:nvPicPr>
        <p:blipFill>
          <a:blip r:embed="rId3"/>
          <a:stretch/>
        </p:blipFill>
        <p:spPr>
          <a:xfrm>
            <a:off x="720" y="720"/>
            <a:ext cx="1860480" cy="410400"/>
          </a:xfrm>
          <a:prstGeom prst="rect">
            <a:avLst/>
          </a:prstGeom>
          <a:noFill/>
          <a:ln w="0">
            <a:noFill/>
          </a:ln>
        </p:spPr>
      </p:pic>
      <p:pic>
        <p:nvPicPr>
          <p:cNvPr id="496" name="" descr=""/>
          <p:cNvPicPr/>
          <p:nvPr/>
        </p:nvPicPr>
        <p:blipFill>
          <a:blip r:embed="rId4"/>
          <a:stretch/>
        </p:blipFill>
        <p:spPr>
          <a:xfrm>
            <a:off x="7682400" y="2690280"/>
            <a:ext cx="1704240" cy="1460880"/>
          </a:xfrm>
          <a:prstGeom prst="rect">
            <a:avLst/>
          </a:prstGeom>
          <a:noFill/>
          <a:ln w="0">
            <a:noFill/>
          </a:ln>
        </p:spPr>
      </p:pic>
      <p:sp>
        <p:nvSpPr>
          <p:cNvPr id="2" name="PlaceHolder 1"/>
          <p:cNvSpPr>
            <a:spLocks noGrp="1"/>
          </p:cNvSpPr>
          <p:nvPr>
            <p:ph type="sldNum" idx="41"/>
          </p:nvPr>
        </p:nvSpPr>
        <p:spPr/>
        <p:txBody>
          <a:bodyPr/>
          <a:p>
            <a:fld id="{084CCD19-CD80-42B7-953E-D37DCC3FBEE1}"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7" name="" descr=""/>
          <p:cNvPicPr/>
          <p:nvPr/>
        </p:nvPicPr>
        <p:blipFill>
          <a:blip r:embed="rId1"/>
          <a:stretch/>
        </p:blipFill>
        <p:spPr>
          <a:xfrm>
            <a:off x="331560" y="1510920"/>
            <a:ext cx="9012960" cy="2354760"/>
          </a:xfrm>
          <a:prstGeom prst="rect">
            <a:avLst/>
          </a:prstGeom>
          <a:noFill/>
          <a:ln w="0">
            <a:noFill/>
          </a:ln>
        </p:spPr>
      </p:pic>
      <p:sp>
        <p:nvSpPr>
          <p:cNvPr id="498" name="PlaceHolder 8"/>
          <p:cNvSpPr/>
          <p:nvPr/>
        </p:nvSpPr>
        <p:spPr>
          <a:xfrm>
            <a:off x="1936080" y="0"/>
            <a:ext cx="6112440" cy="410040"/>
          </a:xfrm>
          <a:prstGeom prst="rect">
            <a:avLst/>
          </a:prstGeom>
          <a:solidFill>
            <a:srgbClr val="1d3783"/>
          </a:solidFill>
          <a:ln w="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rgbClr val="ffffff"/>
              </a:solidFill>
              <a:effectLst/>
              <a:uFillTx/>
              <a:latin typeface="Arial"/>
              <a:ea typeface="DejaVu Sans"/>
            </a:endParaRPr>
          </a:p>
        </p:txBody>
      </p:sp>
      <p:sp>
        <p:nvSpPr>
          <p:cNvPr id="499" name=""/>
          <p:cNvSpPr/>
          <p:nvPr/>
        </p:nvSpPr>
        <p:spPr>
          <a:xfrm>
            <a:off x="2397240" y="54720"/>
            <a:ext cx="5710320" cy="36396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b="1" lang="en-US" sz="1800" strike="noStrike" u="none">
                <a:solidFill>
                  <a:srgbClr val="ffffff"/>
                </a:solidFill>
                <a:effectLst/>
                <a:uFillTx/>
                <a:latin typeface="Arial"/>
                <a:ea typeface="DejaVu Sans"/>
              </a:rPr>
              <a:t>Theoretical version</a:t>
            </a:r>
            <a:endParaRPr b="0" lang="en-US" sz="1800" strike="noStrike" u="none">
              <a:solidFill>
                <a:srgbClr val="000000"/>
              </a:solidFill>
              <a:effectLst/>
              <a:uFillTx/>
              <a:latin typeface="Arial"/>
            </a:endParaRPr>
          </a:p>
        </p:txBody>
      </p:sp>
      <p:sp>
        <p:nvSpPr>
          <p:cNvPr id="500" name=""/>
          <p:cNvSpPr/>
          <p:nvPr/>
        </p:nvSpPr>
        <p:spPr>
          <a:xfrm>
            <a:off x="826560" y="826920"/>
            <a:ext cx="711180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b="0" lang="en-US" sz="1800" strike="noStrike" u="none">
                <a:solidFill>
                  <a:srgbClr val="000000"/>
                </a:solidFill>
                <a:effectLst/>
                <a:uFillTx/>
                <a:latin typeface="Calibri"/>
                <a:ea typeface="DejaVu Sans"/>
              </a:rPr>
              <a:t>(1)Continuum description of membrane bending energy (theoretical):</a:t>
            </a:r>
            <a:endParaRPr b="0" lang="en-US" sz="1800" strike="noStrike" u="none">
              <a:solidFill>
                <a:srgbClr val="000000"/>
              </a:solidFill>
              <a:effectLst/>
              <a:uFillTx/>
              <a:latin typeface="Arial"/>
            </a:endParaRPr>
          </a:p>
        </p:txBody>
      </p:sp>
      <p:sp>
        <p:nvSpPr>
          <p:cNvPr id="501" name=""/>
          <p:cNvSpPr/>
          <p:nvPr/>
        </p:nvSpPr>
        <p:spPr>
          <a:xfrm>
            <a:off x="754200" y="3245040"/>
            <a:ext cx="6624360" cy="35640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endParaRPr b="0" lang="en-US" sz="1800" strike="noStrike" u="none">
              <a:solidFill>
                <a:srgbClr val="000000"/>
              </a:solidFill>
              <a:effectLst/>
              <a:uFillTx/>
              <a:latin typeface="Arial"/>
              <a:ea typeface="DejaVu Sans"/>
            </a:endParaRPr>
          </a:p>
        </p:txBody>
      </p:sp>
      <p:pic>
        <p:nvPicPr>
          <p:cNvPr id="502" name="" descr=""/>
          <p:cNvPicPr/>
          <p:nvPr/>
        </p:nvPicPr>
        <p:blipFill>
          <a:blip r:embed="rId2"/>
          <a:stretch/>
        </p:blipFill>
        <p:spPr>
          <a:xfrm>
            <a:off x="720" y="720"/>
            <a:ext cx="1860480" cy="410400"/>
          </a:xfrm>
          <a:prstGeom prst="rect">
            <a:avLst/>
          </a:prstGeom>
          <a:noFill/>
          <a:ln w="0">
            <a:noFill/>
          </a:ln>
        </p:spPr>
      </p:pic>
      <p:sp>
        <p:nvSpPr>
          <p:cNvPr id="2" name="PlaceHolder 1"/>
          <p:cNvSpPr>
            <a:spLocks noGrp="1"/>
          </p:cNvSpPr>
          <p:nvPr>
            <p:ph type="sldNum" idx="41"/>
          </p:nvPr>
        </p:nvSpPr>
        <p:spPr/>
        <p:txBody>
          <a:bodyPr/>
          <a:p>
            <a:fld id="{BEEA787A-1D95-4AC9-A72C-66F39A52BA48}"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3" name="PlaceHolder 26"/>
          <p:cNvSpPr/>
          <p:nvPr/>
        </p:nvSpPr>
        <p:spPr>
          <a:xfrm>
            <a:off x="1936080" y="0"/>
            <a:ext cx="6112440" cy="410040"/>
          </a:xfrm>
          <a:prstGeom prst="rect">
            <a:avLst/>
          </a:prstGeom>
          <a:solidFill>
            <a:srgbClr val="1d3783"/>
          </a:solidFill>
          <a:ln w="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rgbClr val="ffffff"/>
              </a:solidFill>
              <a:effectLst/>
              <a:uFillTx/>
              <a:latin typeface="Arial"/>
              <a:ea typeface="DejaVu Sans"/>
            </a:endParaRPr>
          </a:p>
        </p:txBody>
      </p:sp>
      <p:sp>
        <p:nvSpPr>
          <p:cNvPr id="504" name=""/>
          <p:cNvSpPr/>
          <p:nvPr/>
        </p:nvSpPr>
        <p:spPr>
          <a:xfrm>
            <a:off x="2397240" y="54720"/>
            <a:ext cx="5710320" cy="36396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b="1" lang="en-US" sz="1800" strike="noStrike" u="none">
                <a:solidFill>
                  <a:srgbClr val="ffffff"/>
                </a:solidFill>
                <a:effectLst/>
                <a:uFillTx/>
                <a:latin typeface="Arial"/>
                <a:ea typeface="DejaVu Sans"/>
              </a:rPr>
              <a:t>Discrete version</a:t>
            </a:r>
            <a:endParaRPr b="0" lang="en-US" sz="1800" strike="noStrike" u="none">
              <a:solidFill>
                <a:srgbClr val="000000"/>
              </a:solidFill>
              <a:effectLst/>
              <a:uFillTx/>
              <a:latin typeface="Arial"/>
            </a:endParaRPr>
          </a:p>
        </p:txBody>
      </p:sp>
      <p:sp>
        <p:nvSpPr>
          <p:cNvPr id="505" name=""/>
          <p:cNvSpPr/>
          <p:nvPr/>
        </p:nvSpPr>
        <p:spPr>
          <a:xfrm>
            <a:off x="1337760" y="1031760"/>
            <a:ext cx="662436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b="0" lang="en-US" sz="1800" strike="noStrike" u="none">
                <a:solidFill>
                  <a:srgbClr val="000000"/>
                </a:solidFill>
                <a:effectLst/>
                <a:uFillTx/>
                <a:latin typeface="Calibri"/>
                <a:ea typeface="DejaVu Sans"/>
              </a:rPr>
              <a:t>(2)Discrete angle-based formulation for simulations (practical):</a:t>
            </a:r>
            <a:endParaRPr b="0" lang="en-US" sz="1800" strike="noStrike" u="none">
              <a:solidFill>
                <a:srgbClr val="000000"/>
              </a:solidFill>
              <a:effectLst/>
              <a:uFillTx/>
              <a:latin typeface="Arial"/>
            </a:endParaRPr>
          </a:p>
        </p:txBody>
      </p:sp>
      <p:pic>
        <p:nvPicPr>
          <p:cNvPr id="506" name="" descr=""/>
          <p:cNvPicPr/>
          <p:nvPr/>
        </p:nvPicPr>
        <p:blipFill>
          <a:blip r:embed="rId1"/>
          <a:stretch/>
        </p:blipFill>
        <p:spPr>
          <a:xfrm>
            <a:off x="2240280" y="1854720"/>
            <a:ext cx="4126320" cy="830880"/>
          </a:xfrm>
          <a:prstGeom prst="rect">
            <a:avLst/>
          </a:prstGeom>
          <a:noFill/>
          <a:ln w="0">
            <a:noFill/>
          </a:ln>
        </p:spPr>
      </p:pic>
      <p:sp>
        <p:nvSpPr>
          <p:cNvPr id="507" name=""/>
          <p:cNvSpPr/>
          <p:nvPr/>
        </p:nvSpPr>
        <p:spPr>
          <a:xfrm>
            <a:off x="1821960" y="2843280"/>
            <a:ext cx="5851080" cy="333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trike="noStrike" u="none">
                <a:solidFill>
                  <a:srgbClr val="000000"/>
                </a:solidFill>
                <a:effectLst/>
                <a:uFillTx/>
                <a:latin typeface="Calibri"/>
                <a:ea typeface="DejaVu Sans"/>
              </a:rPr>
              <a:t>where θ</a:t>
            </a:r>
            <a:r>
              <a:rPr b="0" lang="en-US" sz="1600" strike="noStrike" u="none" baseline="-8000">
                <a:solidFill>
                  <a:srgbClr val="000000"/>
                </a:solidFill>
                <a:effectLst/>
                <a:uFillTx/>
                <a:latin typeface="Calibri"/>
                <a:ea typeface="DejaVu Sans"/>
              </a:rPr>
              <a:t>ij</a:t>
            </a:r>
            <a:r>
              <a:rPr b="0" lang="en-US" sz="1600" strike="noStrike" u="none">
                <a:solidFill>
                  <a:srgbClr val="000000"/>
                </a:solidFill>
                <a:effectLst/>
                <a:uFillTx/>
                <a:latin typeface="Calibri"/>
                <a:ea typeface="DejaVu Sans"/>
              </a:rPr>
              <a:t> is the dihedral angle between neighboring triangles</a:t>
            </a:r>
            <a:endParaRPr b="0" lang="en-US" sz="1600" strike="noStrike" u="none">
              <a:solidFill>
                <a:srgbClr val="000000"/>
              </a:solidFill>
              <a:effectLst/>
              <a:uFillTx/>
              <a:latin typeface="Arial"/>
            </a:endParaRPr>
          </a:p>
        </p:txBody>
      </p:sp>
      <p:pic>
        <p:nvPicPr>
          <p:cNvPr id="508" name="" descr=""/>
          <p:cNvPicPr/>
          <p:nvPr/>
        </p:nvPicPr>
        <p:blipFill>
          <a:blip r:embed="rId2"/>
          <a:stretch/>
        </p:blipFill>
        <p:spPr>
          <a:xfrm>
            <a:off x="720" y="720"/>
            <a:ext cx="1860480" cy="410400"/>
          </a:xfrm>
          <a:prstGeom prst="rect">
            <a:avLst/>
          </a:prstGeom>
          <a:noFill/>
          <a:ln w="0">
            <a:noFill/>
          </a:ln>
        </p:spPr>
      </p:pic>
      <p:pic>
        <p:nvPicPr>
          <p:cNvPr id="509" name="" descr=""/>
          <p:cNvPicPr/>
          <p:nvPr/>
        </p:nvPicPr>
        <p:blipFill>
          <a:blip r:embed="rId3"/>
          <a:stretch/>
        </p:blipFill>
        <p:spPr>
          <a:xfrm>
            <a:off x="7818120" y="1545120"/>
            <a:ext cx="1704240" cy="1460880"/>
          </a:xfrm>
          <a:prstGeom prst="rect">
            <a:avLst/>
          </a:prstGeom>
          <a:noFill/>
          <a:ln w="0">
            <a:noFill/>
          </a:ln>
        </p:spPr>
      </p:pic>
      <p:sp>
        <p:nvSpPr>
          <p:cNvPr id="2" name="PlaceHolder 1"/>
          <p:cNvSpPr>
            <a:spLocks noGrp="1"/>
          </p:cNvSpPr>
          <p:nvPr>
            <p:ph type="sldNum" idx="41"/>
          </p:nvPr>
        </p:nvSpPr>
        <p:spPr/>
        <p:txBody>
          <a:bodyPr/>
          <a:p>
            <a:fld id="{8FA92BF8-BFA5-4A8B-A23B-3AC13D4BE71B}"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0" name=""/>
          <p:cNvSpPr/>
          <p:nvPr/>
        </p:nvSpPr>
        <p:spPr>
          <a:xfrm>
            <a:off x="2962800" y="438120"/>
            <a:ext cx="4255920" cy="3481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pic>
        <p:nvPicPr>
          <p:cNvPr id="511" name="" descr=""/>
          <p:cNvPicPr/>
          <p:nvPr/>
        </p:nvPicPr>
        <p:blipFill>
          <a:blip r:embed="rId1"/>
          <a:stretch/>
        </p:blipFill>
        <p:spPr>
          <a:xfrm>
            <a:off x="1187280" y="1922400"/>
            <a:ext cx="7727040" cy="811800"/>
          </a:xfrm>
          <a:prstGeom prst="rect">
            <a:avLst/>
          </a:prstGeom>
          <a:noFill/>
          <a:ln w="0">
            <a:noFill/>
          </a:ln>
        </p:spPr>
      </p:pic>
      <p:sp>
        <p:nvSpPr>
          <p:cNvPr id="512" name="PlaceHolder 12"/>
          <p:cNvSpPr/>
          <p:nvPr/>
        </p:nvSpPr>
        <p:spPr>
          <a:xfrm>
            <a:off x="1928880" y="0"/>
            <a:ext cx="6112440" cy="410040"/>
          </a:xfrm>
          <a:prstGeom prst="rect">
            <a:avLst/>
          </a:prstGeom>
          <a:solidFill>
            <a:srgbClr val="1d3783"/>
          </a:solidFill>
          <a:ln w="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rgbClr val="ffffff"/>
              </a:solidFill>
              <a:effectLst/>
              <a:uFillTx/>
              <a:latin typeface="Arial"/>
              <a:ea typeface="DejaVu Sans"/>
            </a:endParaRPr>
          </a:p>
        </p:txBody>
      </p:sp>
      <p:sp>
        <p:nvSpPr>
          <p:cNvPr id="513" name=""/>
          <p:cNvSpPr/>
          <p:nvPr/>
        </p:nvSpPr>
        <p:spPr>
          <a:xfrm>
            <a:off x="3656520" y="0"/>
            <a:ext cx="3181320" cy="394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000" strike="noStrike" u="none">
                <a:solidFill>
                  <a:srgbClr val="ffffff"/>
                </a:solidFill>
                <a:effectLst/>
                <a:uFillTx/>
                <a:latin typeface="Calibri"/>
                <a:ea typeface="DejaVu Sans"/>
              </a:rPr>
              <a:t>Simple Liquid Models</a:t>
            </a:r>
            <a:endParaRPr b="0" lang="en-US" sz="2000" strike="noStrike" u="none">
              <a:solidFill>
                <a:srgbClr val="000000"/>
              </a:solidFill>
              <a:effectLst/>
              <a:uFillTx/>
              <a:latin typeface="Arial"/>
            </a:endParaRPr>
          </a:p>
        </p:txBody>
      </p:sp>
      <p:pic>
        <p:nvPicPr>
          <p:cNvPr id="514" name="Picture 8" descr=""/>
          <p:cNvPicPr/>
          <p:nvPr/>
        </p:nvPicPr>
        <p:blipFill>
          <a:blip r:embed="rId2"/>
          <a:stretch/>
        </p:blipFill>
        <p:spPr>
          <a:xfrm>
            <a:off x="3918240" y="3016800"/>
            <a:ext cx="1967400" cy="2179800"/>
          </a:xfrm>
          <a:prstGeom prst="rect">
            <a:avLst/>
          </a:prstGeom>
          <a:noFill/>
          <a:ln w="0">
            <a:noFill/>
          </a:ln>
        </p:spPr>
      </p:pic>
      <p:sp>
        <p:nvSpPr>
          <p:cNvPr id="515" name=""/>
          <p:cNvSpPr/>
          <p:nvPr/>
        </p:nvSpPr>
        <p:spPr>
          <a:xfrm>
            <a:off x="237600" y="540720"/>
            <a:ext cx="9318960" cy="1294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pic>
        <p:nvPicPr>
          <p:cNvPr id="516" name="" descr=""/>
          <p:cNvPicPr/>
          <p:nvPr/>
        </p:nvPicPr>
        <p:blipFill>
          <a:blip r:embed="rId3"/>
          <a:stretch/>
        </p:blipFill>
        <p:spPr>
          <a:xfrm>
            <a:off x="720" y="720"/>
            <a:ext cx="1860480" cy="410400"/>
          </a:xfrm>
          <a:prstGeom prst="rect">
            <a:avLst/>
          </a:prstGeom>
          <a:noFill/>
          <a:ln w="0">
            <a:noFill/>
          </a:ln>
        </p:spPr>
      </p:pic>
      <p:pic>
        <p:nvPicPr>
          <p:cNvPr id="517" name="" descr=""/>
          <p:cNvPicPr/>
          <p:nvPr/>
        </p:nvPicPr>
        <p:blipFill>
          <a:blip r:embed="rId4"/>
          <a:stretch/>
        </p:blipFill>
        <p:spPr>
          <a:xfrm>
            <a:off x="8946360" y="13320"/>
            <a:ext cx="1075320" cy="416520"/>
          </a:xfrm>
          <a:prstGeom prst="rect">
            <a:avLst/>
          </a:prstGeom>
          <a:noFill/>
          <a:ln w="0">
            <a:noFill/>
          </a:ln>
        </p:spPr>
      </p:pic>
      <p:sp>
        <p:nvSpPr>
          <p:cNvPr id="518" name=""/>
          <p:cNvSpPr/>
          <p:nvPr/>
        </p:nvSpPr>
        <p:spPr>
          <a:xfrm>
            <a:off x="560880" y="662040"/>
            <a:ext cx="8882640" cy="81360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endParaRPr b="0" lang="en-US" sz="1800" strike="noStrike" u="none">
              <a:solidFill>
                <a:srgbClr val="000000"/>
              </a:solidFill>
              <a:effectLst/>
              <a:uFillTx/>
              <a:latin typeface="Arial"/>
              <a:ea typeface="DejaVu Sans"/>
            </a:endParaRPr>
          </a:p>
        </p:txBody>
      </p:sp>
      <p:sp>
        <p:nvSpPr>
          <p:cNvPr id="519" name=""/>
          <p:cNvSpPr/>
          <p:nvPr/>
        </p:nvSpPr>
        <p:spPr>
          <a:xfrm>
            <a:off x="1101600" y="880920"/>
            <a:ext cx="7553880" cy="8208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trike="noStrike" u="none">
                <a:solidFill>
                  <a:srgbClr val="000000"/>
                </a:solidFill>
                <a:effectLst/>
                <a:uFillTx/>
                <a:latin typeface="Arial"/>
                <a:ea typeface="DejaVu Sans"/>
              </a:rPr>
              <a:t>A simple liquid model describes a many-particle system by adding together simple pairwise interaction potentials between particles. The total energy is the sum of the membrane bending energy and basic pairwise interactions.</a:t>
            </a:r>
            <a:endParaRPr b="0" lang="en-US" sz="1600" strike="noStrike" u="none">
              <a:solidFill>
                <a:srgbClr val="000000"/>
              </a:solidFill>
              <a:effectLst/>
              <a:uFillTx/>
              <a:latin typeface="Arial"/>
            </a:endParaRPr>
          </a:p>
        </p:txBody>
      </p:sp>
      <p:sp>
        <p:nvSpPr>
          <p:cNvPr id="2" name="PlaceHolder 1"/>
          <p:cNvSpPr>
            <a:spLocks noGrp="1"/>
          </p:cNvSpPr>
          <p:nvPr>
            <p:ph type="sldNum" idx="41"/>
          </p:nvPr>
        </p:nvSpPr>
        <p:spPr/>
        <p:txBody>
          <a:bodyPr/>
          <a:p>
            <a:fld id="{A0F8D620-18D9-4338-83E1-FB538534D404}" type="slidenum">
              <a:t>14</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20" name="" descr=""/>
          <p:cNvPicPr/>
          <p:nvPr/>
        </p:nvPicPr>
        <p:blipFill>
          <a:blip r:embed="rId1"/>
          <a:stretch/>
        </p:blipFill>
        <p:spPr>
          <a:xfrm>
            <a:off x="2373120" y="3165840"/>
            <a:ext cx="2936520" cy="687960"/>
          </a:xfrm>
          <a:prstGeom prst="rect">
            <a:avLst/>
          </a:prstGeom>
          <a:noFill/>
          <a:ln w="0">
            <a:noFill/>
          </a:ln>
        </p:spPr>
      </p:pic>
      <p:pic>
        <p:nvPicPr>
          <p:cNvPr id="521" name="" descr=""/>
          <p:cNvPicPr/>
          <p:nvPr/>
        </p:nvPicPr>
        <p:blipFill>
          <a:blip r:embed="rId2"/>
          <a:stretch/>
        </p:blipFill>
        <p:spPr>
          <a:xfrm>
            <a:off x="2147040" y="1027080"/>
            <a:ext cx="4934160" cy="788760"/>
          </a:xfrm>
          <a:prstGeom prst="rect">
            <a:avLst/>
          </a:prstGeom>
          <a:noFill/>
          <a:ln w="0">
            <a:noFill/>
          </a:ln>
        </p:spPr>
      </p:pic>
      <p:sp>
        <p:nvSpPr>
          <p:cNvPr id="522" name="PlaceHolder 3"/>
          <p:cNvSpPr/>
          <p:nvPr/>
        </p:nvSpPr>
        <p:spPr>
          <a:xfrm>
            <a:off x="1989000" y="360"/>
            <a:ext cx="6112440" cy="410040"/>
          </a:xfrm>
          <a:prstGeom prst="rect">
            <a:avLst/>
          </a:prstGeom>
          <a:solidFill>
            <a:srgbClr val="1d3783"/>
          </a:solidFill>
          <a:ln w="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rgbClr val="ffffff"/>
              </a:solidFill>
              <a:effectLst/>
              <a:uFillTx/>
              <a:latin typeface="Arial"/>
              <a:ea typeface="DejaVu Sans"/>
            </a:endParaRPr>
          </a:p>
        </p:txBody>
      </p:sp>
      <p:sp>
        <p:nvSpPr>
          <p:cNvPr id="523" name=""/>
          <p:cNvSpPr/>
          <p:nvPr/>
        </p:nvSpPr>
        <p:spPr>
          <a:xfrm>
            <a:off x="1367640" y="2730600"/>
            <a:ext cx="684792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b="1" lang="en-US" sz="1800" strike="noStrike" u="none">
                <a:solidFill>
                  <a:srgbClr val="000000"/>
                </a:solidFill>
                <a:effectLst/>
                <a:uFillTx/>
                <a:latin typeface="Arial"/>
                <a:ea typeface="DejaVu Sans"/>
              </a:rPr>
              <a:t>NVT ensemble (constant N,V,T)</a:t>
            </a:r>
            <a:endParaRPr b="0" lang="en-US" sz="1800" strike="noStrike" u="none">
              <a:solidFill>
                <a:srgbClr val="000000"/>
              </a:solidFill>
              <a:effectLst/>
              <a:uFillTx/>
              <a:latin typeface="Arial"/>
            </a:endParaRPr>
          </a:p>
        </p:txBody>
      </p:sp>
      <p:sp>
        <p:nvSpPr>
          <p:cNvPr id="524" name=""/>
          <p:cNvSpPr/>
          <p:nvPr/>
        </p:nvSpPr>
        <p:spPr>
          <a:xfrm>
            <a:off x="1305360" y="587880"/>
            <a:ext cx="600876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b="1" lang="en-US" sz="1800" strike="noStrike" u="none">
                <a:solidFill>
                  <a:srgbClr val="000000"/>
                </a:solidFill>
                <a:effectLst/>
                <a:uFillTx/>
                <a:latin typeface="Arial"/>
                <a:ea typeface="DejaVu Sans"/>
              </a:rPr>
              <a:t>NPT ensemble (constant N,P,T)</a:t>
            </a:r>
            <a:endParaRPr b="0" lang="en-US" sz="1800" strike="noStrike" u="none">
              <a:solidFill>
                <a:srgbClr val="000000"/>
              </a:solidFill>
              <a:effectLst/>
              <a:uFillTx/>
              <a:latin typeface="Arial"/>
            </a:endParaRPr>
          </a:p>
        </p:txBody>
      </p:sp>
      <p:sp>
        <p:nvSpPr>
          <p:cNvPr id="525" name=""/>
          <p:cNvSpPr/>
          <p:nvPr/>
        </p:nvSpPr>
        <p:spPr>
          <a:xfrm>
            <a:off x="1989000" y="26280"/>
            <a:ext cx="6048000" cy="333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600" strike="noStrike" u="none">
                <a:solidFill>
                  <a:srgbClr val="ffffff"/>
                </a:solidFill>
                <a:effectLst/>
                <a:uFillTx/>
                <a:latin typeface="Arial"/>
                <a:ea typeface="DejaVu Sans"/>
              </a:rPr>
              <a:t>Monte Carlo Acceptance Criteria in NVT and NPT Ensembles</a:t>
            </a:r>
            <a:endParaRPr b="0" lang="en-US" sz="1600" strike="noStrike" u="none">
              <a:solidFill>
                <a:srgbClr val="000000"/>
              </a:solidFill>
              <a:effectLst/>
              <a:uFillTx/>
              <a:latin typeface="Arial"/>
            </a:endParaRPr>
          </a:p>
        </p:txBody>
      </p:sp>
      <p:pic>
        <p:nvPicPr>
          <p:cNvPr id="526" name="" descr=""/>
          <p:cNvPicPr/>
          <p:nvPr/>
        </p:nvPicPr>
        <p:blipFill>
          <a:blip r:embed="rId3"/>
          <a:stretch/>
        </p:blipFill>
        <p:spPr>
          <a:xfrm>
            <a:off x="2306160" y="1834560"/>
            <a:ext cx="5018040" cy="784080"/>
          </a:xfrm>
          <a:prstGeom prst="rect">
            <a:avLst/>
          </a:prstGeom>
          <a:noFill/>
          <a:ln w="0">
            <a:noFill/>
          </a:ln>
        </p:spPr>
      </p:pic>
      <p:pic>
        <p:nvPicPr>
          <p:cNvPr id="527" name="" descr=""/>
          <p:cNvPicPr/>
          <p:nvPr/>
        </p:nvPicPr>
        <p:blipFill>
          <a:blip r:embed="rId4"/>
          <a:stretch/>
        </p:blipFill>
        <p:spPr>
          <a:xfrm>
            <a:off x="2266560" y="3893760"/>
            <a:ext cx="6298200" cy="1411200"/>
          </a:xfrm>
          <a:prstGeom prst="rect">
            <a:avLst/>
          </a:prstGeom>
          <a:noFill/>
          <a:ln w="0">
            <a:noFill/>
          </a:ln>
        </p:spPr>
      </p:pic>
      <p:pic>
        <p:nvPicPr>
          <p:cNvPr id="528" name="" descr=""/>
          <p:cNvPicPr/>
          <p:nvPr/>
        </p:nvPicPr>
        <p:blipFill>
          <a:blip r:embed="rId5"/>
          <a:stretch/>
        </p:blipFill>
        <p:spPr>
          <a:xfrm>
            <a:off x="720" y="720"/>
            <a:ext cx="1860480" cy="410400"/>
          </a:xfrm>
          <a:prstGeom prst="rect">
            <a:avLst/>
          </a:prstGeom>
          <a:noFill/>
          <a:ln w="0">
            <a:noFill/>
          </a:ln>
        </p:spPr>
      </p:pic>
      <p:pic>
        <p:nvPicPr>
          <p:cNvPr id="529" name="" descr=""/>
          <p:cNvPicPr/>
          <p:nvPr/>
        </p:nvPicPr>
        <p:blipFill>
          <a:blip r:embed="rId6"/>
          <a:stretch/>
        </p:blipFill>
        <p:spPr>
          <a:xfrm>
            <a:off x="8946360" y="13320"/>
            <a:ext cx="1075320" cy="416520"/>
          </a:xfrm>
          <a:prstGeom prst="rect">
            <a:avLst/>
          </a:prstGeom>
          <a:noFill/>
          <a:ln w="0">
            <a:noFill/>
          </a:ln>
        </p:spPr>
      </p:pic>
      <p:sp>
        <p:nvSpPr>
          <p:cNvPr id="2" name="PlaceHolder 1"/>
          <p:cNvSpPr>
            <a:spLocks noGrp="1"/>
          </p:cNvSpPr>
          <p:nvPr>
            <p:ph type="sldNum" idx="41"/>
          </p:nvPr>
        </p:nvSpPr>
        <p:spPr/>
        <p:txBody>
          <a:bodyPr/>
          <a:p>
            <a:fld id="{35E5D6AE-7055-42C5-B5B2-46914688F647}" type="slidenum">
              <a:t>15</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0" name="PlaceHolder 6"/>
          <p:cNvSpPr/>
          <p:nvPr/>
        </p:nvSpPr>
        <p:spPr>
          <a:xfrm>
            <a:off x="1969200" y="0"/>
            <a:ext cx="6112440" cy="41004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r>
              <a:rPr b="1" lang="en-US" sz="2400" strike="noStrike" u="none">
                <a:solidFill>
                  <a:schemeClr val="lt1"/>
                </a:solidFill>
                <a:effectLst/>
                <a:uFillTx/>
                <a:latin typeface="Calibri Light"/>
                <a:ea typeface="DejaVu Sans"/>
              </a:rPr>
              <a:t>Hypothesis</a:t>
            </a:r>
            <a:endParaRPr b="0" lang="en-US" sz="2400" strike="noStrike" u="none">
              <a:solidFill>
                <a:srgbClr val="ffffff"/>
              </a:solidFill>
              <a:effectLst/>
              <a:uFillTx/>
              <a:latin typeface="Arial"/>
            </a:endParaRPr>
          </a:p>
        </p:txBody>
      </p:sp>
      <p:sp>
        <p:nvSpPr>
          <p:cNvPr id="531" name=""/>
          <p:cNvSpPr/>
          <p:nvPr/>
        </p:nvSpPr>
        <p:spPr>
          <a:xfrm>
            <a:off x="87480" y="987120"/>
            <a:ext cx="9742680" cy="6256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ndParaRPr>
          </a:p>
          <a:p>
            <a:pPr>
              <a:lnSpc>
                <a:spcPct val="100000"/>
              </a:lnSpc>
            </a:pPr>
            <a:endParaRPr b="0" lang="en-US" sz="1800" strike="noStrike" u="none">
              <a:solidFill>
                <a:srgbClr val="000000"/>
              </a:solidFill>
              <a:effectLst/>
              <a:uFillTx/>
              <a:latin typeface="Arial"/>
            </a:endParaRPr>
          </a:p>
        </p:txBody>
      </p:sp>
      <p:pic>
        <p:nvPicPr>
          <p:cNvPr id="532" name="" descr=""/>
          <p:cNvPicPr/>
          <p:nvPr/>
        </p:nvPicPr>
        <p:blipFill>
          <a:blip r:embed="rId1"/>
          <a:stretch/>
        </p:blipFill>
        <p:spPr>
          <a:xfrm>
            <a:off x="720" y="720"/>
            <a:ext cx="1860480" cy="410400"/>
          </a:xfrm>
          <a:prstGeom prst="rect">
            <a:avLst/>
          </a:prstGeom>
          <a:noFill/>
          <a:ln w="0">
            <a:noFill/>
          </a:ln>
        </p:spPr>
      </p:pic>
      <p:pic>
        <p:nvPicPr>
          <p:cNvPr id="533" name="" descr=""/>
          <p:cNvPicPr/>
          <p:nvPr/>
        </p:nvPicPr>
        <p:blipFill>
          <a:blip r:embed="rId2"/>
          <a:stretch/>
        </p:blipFill>
        <p:spPr>
          <a:xfrm>
            <a:off x="8946360" y="13320"/>
            <a:ext cx="1075320" cy="416520"/>
          </a:xfrm>
          <a:prstGeom prst="rect">
            <a:avLst/>
          </a:prstGeom>
          <a:noFill/>
          <a:ln w="0">
            <a:noFill/>
          </a:ln>
        </p:spPr>
      </p:pic>
      <p:sp>
        <p:nvSpPr>
          <p:cNvPr id="534" name=""/>
          <p:cNvSpPr/>
          <p:nvPr/>
        </p:nvSpPr>
        <p:spPr>
          <a:xfrm>
            <a:off x="366480" y="1131840"/>
            <a:ext cx="8784720" cy="103860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b="1" lang="en-US" sz="1800" strike="noStrike" u="none">
                <a:solidFill>
                  <a:srgbClr val="000000"/>
                </a:solidFill>
                <a:effectLst/>
                <a:uFillTx/>
                <a:latin typeface="Calibri"/>
                <a:ea typeface="DejaVu Sans"/>
              </a:rPr>
              <a:t>Hypothesis 1:</a:t>
            </a:r>
            <a:r>
              <a:rPr b="0" lang="en-US" sz="1800" strike="noStrike" u="none">
                <a:solidFill>
                  <a:srgbClr val="000000"/>
                </a:solidFill>
                <a:effectLst/>
                <a:uFillTx/>
                <a:latin typeface="Calibri"/>
                <a:ea typeface="DejaVu Sans"/>
              </a:rPr>
              <a:t>Virus shape is determined by genome packing and by interactions between the genome, internal components, and the viral membrane.</a:t>
            </a:r>
            <a:endParaRPr b="0" lang="en-US" sz="1800" strike="noStrike" u="none">
              <a:solidFill>
                <a:srgbClr val="000000"/>
              </a:solidFill>
              <a:effectLst/>
              <a:uFillTx/>
              <a:latin typeface="Arial"/>
            </a:endParaRPr>
          </a:p>
          <a:p>
            <a:pPr>
              <a:lnSpc>
                <a:spcPct val="100000"/>
              </a:lnSpc>
            </a:pPr>
            <a:endParaRPr b="0" lang="en-US" sz="1800" strike="noStrike" u="none">
              <a:solidFill>
                <a:srgbClr val="000000"/>
              </a:solidFill>
              <a:effectLst/>
              <a:uFillTx/>
              <a:latin typeface="Arial"/>
            </a:endParaRPr>
          </a:p>
        </p:txBody>
      </p:sp>
      <p:sp>
        <p:nvSpPr>
          <p:cNvPr id="2" name="PlaceHolder 1"/>
          <p:cNvSpPr>
            <a:spLocks noGrp="1"/>
          </p:cNvSpPr>
          <p:nvPr>
            <p:ph type="sldNum" idx="41"/>
          </p:nvPr>
        </p:nvSpPr>
        <p:spPr/>
        <p:txBody>
          <a:bodyPr/>
          <a:p>
            <a:fld id="{F0337053-C3FD-4533-B504-04AE934A01B4}" type="slidenum">
              <a:t>16</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5" name="PlaceHolder 31"/>
          <p:cNvSpPr/>
          <p:nvPr/>
        </p:nvSpPr>
        <p:spPr>
          <a:xfrm>
            <a:off x="1969200" y="0"/>
            <a:ext cx="6112440" cy="41004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r>
              <a:rPr b="1" lang="en-US" sz="2400" strike="noStrike" u="none">
                <a:solidFill>
                  <a:schemeClr val="lt1"/>
                </a:solidFill>
                <a:effectLst/>
                <a:uFillTx/>
                <a:latin typeface="Calibri Light"/>
                <a:ea typeface="DejaVu Sans"/>
              </a:rPr>
              <a:t>Hypothesis</a:t>
            </a:r>
            <a:endParaRPr b="0" lang="en-US" sz="2400" strike="noStrike" u="none">
              <a:solidFill>
                <a:srgbClr val="ffffff"/>
              </a:solidFill>
              <a:effectLst/>
              <a:uFillTx/>
              <a:latin typeface="Arial"/>
            </a:endParaRPr>
          </a:p>
        </p:txBody>
      </p:sp>
      <p:sp>
        <p:nvSpPr>
          <p:cNvPr id="536" name=""/>
          <p:cNvSpPr/>
          <p:nvPr/>
        </p:nvSpPr>
        <p:spPr>
          <a:xfrm>
            <a:off x="87480" y="987120"/>
            <a:ext cx="9742680" cy="6256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pic>
        <p:nvPicPr>
          <p:cNvPr id="537" name="" descr=""/>
          <p:cNvPicPr/>
          <p:nvPr/>
        </p:nvPicPr>
        <p:blipFill>
          <a:blip r:embed="rId1"/>
          <a:stretch/>
        </p:blipFill>
        <p:spPr>
          <a:xfrm>
            <a:off x="720" y="720"/>
            <a:ext cx="1860480" cy="410400"/>
          </a:xfrm>
          <a:prstGeom prst="rect">
            <a:avLst/>
          </a:prstGeom>
          <a:noFill/>
          <a:ln w="0">
            <a:noFill/>
          </a:ln>
        </p:spPr>
      </p:pic>
      <p:pic>
        <p:nvPicPr>
          <p:cNvPr id="538" name="" descr=""/>
          <p:cNvPicPr/>
          <p:nvPr/>
        </p:nvPicPr>
        <p:blipFill>
          <a:blip r:embed="rId2"/>
          <a:stretch/>
        </p:blipFill>
        <p:spPr>
          <a:xfrm>
            <a:off x="8946360" y="13320"/>
            <a:ext cx="1075320" cy="416520"/>
          </a:xfrm>
          <a:prstGeom prst="rect">
            <a:avLst/>
          </a:prstGeom>
          <a:noFill/>
          <a:ln w="0">
            <a:noFill/>
          </a:ln>
        </p:spPr>
      </p:pic>
      <p:sp>
        <p:nvSpPr>
          <p:cNvPr id="539" name=""/>
          <p:cNvSpPr/>
          <p:nvPr/>
        </p:nvSpPr>
        <p:spPr>
          <a:xfrm>
            <a:off x="366480" y="1131840"/>
            <a:ext cx="8784720" cy="103860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b="1" lang="en-US" sz="1800" strike="noStrike" u="none">
                <a:solidFill>
                  <a:srgbClr val="000000"/>
                </a:solidFill>
                <a:effectLst/>
                <a:uFillTx/>
                <a:latin typeface="Calibri"/>
                <a:ea typeface="DejaVu Sans"/>
              </a:rPr>
              <a:t>Hypothesis 2: </a:t>
            </a:r>
            <a:r>
              <a:rPr b="0" lang="en-US" sz="1800" strike="noStrike" u="none">
                <a:solidFill>
                  <a:srgbClr val="000000"/>
                </a:solidFill>
                <a:effectLst/>
                <a:uFillTx/>
                <a:latin typeface="Calibri"/>
                <a:ea typeface="DejaVu Sans"/>
              </a:rPr>
              <a:t>During maturation, increased genome condensation raises internal pressure, which drives a transition from spherical to elongated virus shape.</a:t>
            </a:r>
            <a:endParaRPr b="0" lang="en-US" sz="1800" strike="noStrike" u="none">
              <a:solidFill>
                <a:srgbClr val="000000"/>
              </a:solidFill>
              <a:effectLst/>
              <a:uFillTx/>
              <a:latin typeface="Arial"/>
            </a:endParaRPr>
          </a:p>
          <a:p>
            <a:pPr>
              <a:lnSpc>
                <a:spcPct val="100000"/>
              </a:lnSpc>
            </a:pPr>
            <a:endParaRPr b="0" lang="en-US" sz="1800" strike="noStrike" u="none">
              <a:solidFill>
                <a:srgbClr val="000000"/>
              </a:solidFill>
              <a:effectLst/>
              <a:uFillTx/>
              <a:latin typeface="Arial"/>
            </a:endParaRPr>
          </a:p>
        </p:txBody>
      </p:sp>
      <p:sp>
        <p:nvSpPr>
          <p:cNvPr id="2" name="PlaceHolder 1"/>
          <p:cNvSpPr>
            <a:spLocks noGrp="1"/>
          </p:cNvSpPr>
          <p:nvPr>
            <p:ph type="sldNum" idx="41"/>
          </p:nvPr>
        </p:nvSpPr>
        <p:spPr/>
        <p:txBody>
          <a:bodyPr/>
          <a:p>
            <a:fld id="{DC080070-29CF-4023-8A03-929BD12C46F1}"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0" name="" descr=""/>
          <p:cNvPicPr/>
          <p:nvPr/>
        </p:nvPicPr>
        <p:blipFill>
          <a:blip r:embed="rId1"/>
          <a:stretch/>
        </p:blipFill>
        <p:spPr>
          <a:xfrm>
            <a:off x="268560" y="619200"/>
            <a:ext cx="7430040" cy="4541040"/>
          </a:xfrm>
          <a:prstGeom prst="rect">
            <a:avLst/>
          </a:prstGeom>
          <a:noFill/>
          <a:ln w="0">
            <a:noFill/>
          </a:ln>
        </p:spPr>
      </p:pic>
      <p:pic>
        <p:nvPicPr>
          <p:cNvPr id="541" name="" descr=""/>
          <p:cNvPicPr/>
          <p:nvPr/>
        </p:nvPicPr>
        <p:blipFill>
          <a:blip r:embed="rId2"/>
          <a:srcRect l="15046" t="0" r="13158" b="0"/>
          <a:stretch/>
        </p:blipFill>
        <p:spPr>
          <a:xfrm>
            <a:off x="8205480" y="620280"/>
            <a:ext cx="1279440" cy="1309320"/>
          </a:xfrm>
          <a:prstGeom prst="rect">
            <a:avLst/>
          </a:prstGeom>
          <a:noFill/>
          <a:ln w="0">
            <a:noFill/>
          </a:ln>
        </p:spPr>
      </p:pic>
      <p:sp>
        <p:nvSpPr>
          <p:cNvPr id="2" name="PlaceHolder 1"/>
          <p:cNvSpPr>
            <a:spLocks noGrp="1"/>
          </p:cNvSpPr>
          <p:nvPr>
            <p:ph type="sldNum" idx="41"/>
          </p:nvPr>
        </p:nvSpPr>
        <p:spPr/>
        <p:txBody>
          <a:bodyPr/>
          <a:p>
            <a:fld id="{287AEC34-AAC4-426C-BD0B-E141D787EEF7}" type="slidenum">
              <a:t>18</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2" name="" descr=""/>
          <p:cNvPicPr/>
          <p:nvPr/>
        </p:nvPicPr>
        <p:blipFill>
          <a:blip r:embed="rId1"/>
          <a:stretch/>
        </p:blipFill>
        <p:spPr>
          <a:xfrm>
            <a:off x="260640" y="527760"/>
            <a:ext cx="7937640" cy="4870440"/>
          </a:xfrm>
          <a:prstGeom prst="rect">
            <a:avLst/>
          </a:prstGeom>
          <a:noFill/>
          <a:ln w="0">
            <a:noFill/>
          </a:ln>
        </p:spPr>
      </p:pic>
      <p:pic>
        <p:nvPicPr>
          <p:cNvPr id="543" name="" descr=""/>
          <p:cNvPicPr/>
          <p:nvPr/>
        </p:nvPicPr>
        <p:blipFill>
          <a:blip r:embed="rId2"/>
          <a:stretch/>
        </p:blipFill>
        <p:spPr>
          <a:xfrm>
            <a:off x="7122240" y="1188360"/>
            <a:ext cx="2615400" cy="493560"/>
          </a:xfrm>
          <a:prstGeom prst="rect">
            <a:avLst/>
          </a:prstGeom>
          <a:noFill/>
          <a:ln w="0">
            <a:noFill/>
          </a:ln>
        </p:spPr>
      </p:pic>
      <p:pic>
        <p:nvPicPr>
          <p:cNvPr id="544" name="" descr=""/>
          <p:cNvPicPr/>
          <p:nvPr/>
        </p:nvPicPr>
        <p:blipFill>
          <a:blip r:embed="rId3"/>
          <a:stretch/>
        </p:blipFill>
        <p:spPr>
          <a:xfrm>
            <a:off x="7221240" y="589680"/>
            <a:ext cx="2005920" cy="371520"/>
          </a:xfrm>
          <a:prstGeom prst="rect">
            <a:avLst/>
          </a:prstGeom>
          <a:noFill/>
          <a:ln w="0">
            <a:noFill/>
          </a:ln>
        </p:spPr>
      </p:pic>
      <p:pic>
        <p:nvPicPr>
          <p:cNvPr id="545" name="" descr=""/>
          <p:cNvPicPr/>
          <p:nvPr/>
        </p:nvPicPr>
        <p:blipFill>
          <a:blip r:embed="rId4"/>
          <a:srcRect l="15046" t="0" r="13158" b="0"/>
          <a:stretch/>
        </p:blipFill>
        <p:spPr>
          <a:xfrm>
            <a:off x="8205480" y="3632040"/>
            <a:ext cx="1279440" cy="1309320"/>
          </a:xfrm>
          <a:prstGeom prst="rect">
            <a:avLst/>
          </a:prstGeom>
          <a:noFill/>
          <a:ln w="0">
            <a:noFill/>
          </a:ln>
        </p:spPr>
      </p:pic>
      <p:sp>
        <p:nvSpPr>
          <p:cNvPr id="2" name="PlaceHolder 1"/>
          <p:cNvSpPr>
            <a:spLocks noGrp="1"/>
          </p:cNvSpPr>
          <p:nvPr>
            <p:ph type="sldNum" idx="41"/>
          </p:nvPr>
        </p:nvSpPr>
        <p:spPr/>
        <p:txBody>
          <a:bodyPr/>
          <a:p>
            <a:fld id="{7E1FCE31-574E-40D3-9766-261BEF1C88AC}" type="slidenum">
              <a:t>19</a:t>
            </a:fld>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6" name="" descr=""/>
          <p:cNvPicPr/>
          <p:nvPr/>
        </p:nvPicPr>
        <p:blipFill>
          <a:blip r:embed="rId1"/>
          <a:stretch/>
        </p:blipFill>
        <p:spPr>
          <a:xfrm>
            <a:off x="280800" y="338760"/>
            <a:ext cx="7481880" cy="5043240"/>
          </a:xfrm>
          <a:prstGeom prst="rect">
            <a:avLst/>
          </a:prstGeom>
          <a:noFill/>
          <a:ln w="0">
            <a:noFill/>
          </a:ln>
        </p:spPr>
      </p:pic>
      <p:pic>
        <p:nvPicPr>
          <p:cNvPr id="547" name="" descr=""/>
          <p:cNvPicPr/>
          <p:nvPr/>
        </p:nvPicPr>
        <p:blipFill>
          <a:blip r:embed="rId2"/>
          <a:stretch/>
        </p:blipFill>
        <p:spPr>
          <a:xfrm>
            <a:off x="6901920" y="338760"/>
            <a:ext cx="2692080" cy="637920"/>
          </a:xfrm>
          <a:prstGeom prst="rect">
            <a:avLst/>
          </a:prstGeom>
          <a:noFill/>
          <a:ln w="0">
            <a:noFill/>
          </a:ln>
        </p:spPr>
      </p:pic>
      <p:pic>
        <p:nvPicPr>
          <p:cNvPr id="548" name="" descr=""/>
          <p:cNvPicPr/>
          <p:nvPr/>
        </p:nvPicPr>
        <p:blipFill>
          <a:blip r:embed="rId3"/>
          <a:stretch/>
        </p:blipFill>
        <p:spPr>
          <a:xfrm>
            <a:off x="3874680" y="4358880"/>
            <a:ext cx="2363040" cy="359280"/>
          </a:xfrm>
          <a:prstGeom prst="rect">
            <a:avLst/>
          </a:prstGeom>
          <a:noFill/>
          <a:ln w="0">
            <a:noFill/>
          </a:ln>
        </p:spPr>
      </p:pic>
      <p:sp>
        <p:nvSpPr>
          <p:cNvPr id="549" name=""/>
          <p:cNvSpPr/>
          <p:nvPr/>
        </p:nvSpPr>
        <p:spPr>
          <a:xfrm>
            <a:off x="3780000" y="4832640"/>
            <a:ext cx="462636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200" strike="noStrike" u="none">
                <a:solidFill>
                  <a:srgbClr val="000000"/>
                </a:solidFill>
                <a:effectLst/>
                <a:uFillTx/>
                <a:latin typeface="Calibri"/>
                <a:ea typeface="DejaVu Sans"/>
              </a:rPr>
              <a:t>Too many volume moves makes the simulation unstable.</a:t>
            </a:r>
            <a:endParaRPr b="0" lang="en-US" sz="1200" strike="noStrike" u="none">
              <a:solidFill>
                <a:srgbClr val="000000"/>
              </a:solidFill>
              <a:effectLst/>
              <a:uFillTx/>
              <a:latin typeface="Arial"/>
            </a:endParaRPr>
          </a:p>
          <a:p>
            <a:pPr>
              <a:lnSpc>
                <a:spcPct val="100000"/>
              </a:lnSpc>
            </a:pPr>
            <a:r>
              <a:rPr b="0" lang="en-US" sz="1200" strike="noStrike" u="none">
                <a:solidFill>
                  <a:srgbClr val="000000"/>
                </a:solidFill>
                <a:effectLst/>
                <a:uFillTx/>
                <a:latin typeface="Calibri"/>
                <a:ea typeface="DejaVu Sans"/>
              </a:rPr>
              <a:t>Too few volume moves and the pressure cannot equilibrate.</a:t>
            </a:r>
            <a:endParaRPr b="0" lang="en-US" sz="1200" strike="noStrike" u="none">
              <a:solidFill>
                <a:srgbClr val="000000"/>
              </a:solidFill>
              <a:effectLst/>
              <a:uFillTx/>
              <a:latin typeface="Arial"/>
            </a:endParaRPr>
          </a:p>
          <a:p>
            <a:pPr>
              <a:lnSpc>
                <a:spcPct val="100000"/>
              </a:lnSpc>
            </a:pPr>
            <a:r>
              <a:rPr b="0" lang="en-US" sz="1200" strike="noStrike" u="none">
                <a:solidFill>
                  <a:srgbClr val="000000"/>
                </a:solidFill>
                <a:effectLst/>
                <a:uFillTx/>
                <a:latin typeface="Calibri"/>
                <a:ea typeface="DejaVu Sans"/>
              </a:rPr>
              <a:t>A common rule is 50–90% particle moves, the rest volume moves</a:t>
            </a:r>
            <a:r>
              <a:rPr b="0" lang="en-US" sz="1200" strike="noStrike" u="none">
                <a:solidFill>
                  <a:srgbClr val="000000"/>
                </a:solidFill>
                <a:effectLst/>
                <a:uFillTx/>
                <a:latin typeface="Arial"/>
                <a:ea typeface="DejaVu Sans"/>
              </a:rPr>
              <a:t>.</a:t>
            </a:r>
            <a:endParaRPr b="0" lang="en-US" sz="1200" strike="noStrike" u="none">
              <a:solidFill>
                <a:srgbClr val="000000"/>
              </a:solidFill>
              <a:effectLst/>
              <a:uFillTx/>
              <a:latin typeface="Arial"/>
            </a:endParaRPr>
          </a:p>
        </p:txBody>
      </p:sp>
      <p:pic>
        <p:nvPicPr>
          <p:cNvPr id="550" name="Picture 1" descr=""/>
          <p:cNvPicPr/>
          <p:nvPr/>
        </p:nvPicPr>
        <p:blipFill>
          <a:blip r:embed="rId4"/>
          <a:stretch/>
        </p:blipFill>
        <p:spPr>
          <a:xfrm>
            <a:off x="8088120" y="1081440"/>
            <a:ext cx="967320" cy="1070640"/>
          </a:xfrm>
          <a:prstGeom prst="rect">
            <a:avLst/>
          </a:prstGeom>
          <a:noFill/>
          <a:ln w="0">
            <a:noFill/>
          </a:ln>
        </p:spPr>
      </p:pic>
      <p:pic>
        <p:nvPicPr>
          <p:cNvPr id="551" name="" descr=""/>
          <p:cNvPicPr/>
          <p:nvPr/>
        </p:nvPicPr>
        <p:blipFill>
          <a:blip r:embed="rId5"/>
          <a:stretch/>
        </p:blipFill>
        <p:spPr>
          <a:xfrm>
            <a:off x="8006760" y="2445480"/>
            <a:ext cx="1798920" cy="752400"/>
          </a:xfrm>
          <a:prstGeom prst="rect">
            <a:avLst/>
          </a:prstGeom>
          <a:noFill/>
          <a:ln w="0">
            <a:noFill/>
          </a:ln>
        </p:spPr>
      </p:pic>
      <p:sp>
        <p:nvSpPr>
          <p:cNvPr id="2" name="PlaceHolder 1"/>
          <p:cNvSpPr>
            <a:spLocks noGrp="1"/>
          </p:cNvSpPr>
          <p:nvPr>
            <p:ph type="sldNum" idx="41"/>
          </p:nvPr>
        </p:nvSpPr>
        <p:spPr/>
        <p:txBody>
          <a:bodyPr/>
          <a:p>
            <a:fld id="{0CC63924-1F24-4D28-9758-73A197D150A7}" type="slidenum">
              <a:t>20</a:t>
            </a:fld>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2" name=""/>
          <p:cNvSpPr/>
          <p:nvPr/>
        </p:nvSpPr>
        <p:spPr>
          <a:xfrm>
            <a:off x="128880" y="1673640"/>
            <a:ext cx="6122880" cy="14169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a typeface="DejaVu Sans"/>
            </a:endParaRPr>
          </a:p>
        </p:txBody>
      </p:sp>
      <p:sp>
        <p:nvSpPr>
          <p:cNvPr id="553" name=""/>
          <p:cNvSpPr/>
          <p:nvPr/>
        </p:nvSpPr>
        <p:spPr>
          <a:xfrm>
            <a:off x="0" y="462240"/>
            <a:ext cx="10047960" cy="10638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a typeface="DejaVu Sans"/>
            </a:endParaRPr>
          </a:p>
        </p:txBody>
      </p:sp>
      <p:sp>
        <p:nvSpPr>
          <p:cNvPr id="554" name="PlaceHolder 9"/>
          <p:cNvSpPr/>
          <p:nvPr/>
        </p:nvSpPr>
        <p:spPr>
          <a:xfrm>
            <a:off x="1892160" y="360"/>
            <a:ext cx="6112440" cy="41004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r>
              <a:rPr b="1" lang="en-US" sz="2400" strike="noStrike" u="none">
                <a:solidFill>
                  <a:schemeClr val="lt1"/>
                </a:solidFill>
                <a:effectLst/>
                <a:uFillTx/>
                <a:latin typeface="Calibri Light"/>
                <a:ea typeface="DejaVu Sans"/>
              </a:rPr>
              <a:t>Preliminary results</a:t>
            </a:r>
            <a:endParaRPr b="0" lang="en-US" sz="2400" strike="noStrike" u="none">
              <a:solidFill>
                <a:srgbClr val="ffffff"/>
              </a:solidFill>
              <a:effectLst/>
              <a:uFillTx/>
              <a:latin typeface="Arial"/>
            </a:endParaRPr>
          </a:p>
        </p:txBody>
      </p:sp>
      <p:pic>
        <p:nvPicPr>
          <p:cNvPr id="555" name="" descr=""/>
          <p:cNvPicPr/>
          <p:nvPr/>
        </p:nvPicPr>
        <p:blipFill>
          <a:blip r:embed="rId1"/>
          <a:stretch/>
        </p:blipFill>
        <p:spPr>
          <a:xfrm>
            <a:off x="360" y="360"/>
            <a:ext cx="1860480" cy="410400"/>
          </a:xfrm>
          <a:prstGeom prst="rect">
            <a:avLst/>
          </a:prstGeom>
          <a:noFill/>
          <a:ln w="0">
            <a:noFill/>
          </a:ln>
        </p:spPr>
      </p:pic>
      <p:pic>
        <p:nvPicPr>
          <p:cNvPr id="556" name="" descr=""/>
          <p:cNvPicPr/>
          <p:nvPr/>
        </p:nvPicPr>
        <p:blipFill>
          <a:blip r:embed="rId2"/>
          <a:stretch/>
        </p:blipFill>
        <p:spPr>
          <a:xfrm>
            <a:off x="8946000" y="12960"/>
            <a:ext cx="1075320" cy="416520"/>
          </a:xfrm>
          <a:prstGeom prst="rect">
            <a:avLst/>
          </a:prstGeom>
          <a:noFill/>
          <a:ln w="0">
            <a:noFill/>
          </a:ln>
        </p:spPr>
      </p:pic>
      <p:sp>
        <p:nvSpPr>
          <p:cNvPr id="557" name=""/>
          <p:cNvSpPr/>
          <p:nvPr/>
        </p:nvSpPr>
        <p:spPr>
          <a:xfrm>
            <a:off x="35280" y="3403080"/>
            <a:ext cx="3627360" cy="570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a typeface="DejaVu Sans"/>
            </a:endParaRPr>
          </a:p>
        </p:txBody>
      </p:sp>
      <p:pic>
        <p:nvPicPr>
          <p:cNvPr id="558" name="" descr=""/>
          <p:cNvPicPr/>
          <p:nvPr/>
        </p:nvPicPr>
        <p:blipFill>
          <a:blip r:embed="rId3"/>
          <a:srcRect l="2805" t="4045" r="0" b="0"/>
          <a:stretch/>
        </p:blipFill>
        <p:spPr>
          <a:xfrm>
            <a:off x="315360" y="1004040"/>
            <a:ext cx="4244400" cy="1965960"/>
          </a:xfrm>
          <a:prstGeom prst="rect">
            <a:avLst/>
          </a:prstGeom>
          <a:noFill/>
          <a:ln w="0">
            <a:noFill/>
          </a:ln>
        </p:spPr>
      </p:pic>
      <p:pic>
        <p:nvPicPr>
          <p:cNvPr id="559" name="" descr=""/>
          <p:cNvPicPr/>
          <p:nvPr/>
        </p:nvPicPr>
        <p:blipFill>
          <a:blip r:embed="rId4"/>
          <a:stretch/>
        </p:blipFill>
        <p:spPr>
          <a:xfrm>
            <a:off x="5489280" y="1081800"/>
            <a:ext cx="3961800" cy="1804680"/>
          </a:xfrm>
          <a:prstGeom prst="rect">
            <a:avLst/>
          </a:prstGeom>
          <a:noFill/>
          <a:ln w="0">
            <a:noFill/>
          </a:ln>
        </p:spPr>
      </p:pic>
      <p:sp>
        <p:nvSpPr>
          <p:cNvPr id="560" name=""/>
          <p:cNvSpPr/>
          <p:nvPr/>
        </p:nvSpPr>
        <p:spPr>
          <a:xfrm>
            <a:off x="363600" y="2930400"/>
            <a:ext cx="4157640" cy="7002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000" strike="noStrike" u="none">
                <a:solidFill>
                  <a:srgbClr val="000000"/>
                </a:solidFill>
                <a:effectLst/>
                <a:uFillTx/>
                <a:latin typeface="Arial"/>
                <a:ea typeface="DejaVu Sans"/>
              </a:rPr>
              <a:t>Figure 17 Preliminary 2D model studies to investigate the effect of the geometry of a genome on the shape of a virus. A rod-like genome induces an elliptic shape whereas a circular genome leads to a circular shape</a:t>
            </a:r>
            <a:endParaRPr b="0" lang="en-US" sz="1000" strike="noStrike" u="none">
              <a:solidFill>
                <a:srgbClr val="000000"/>
              </a:solidFill>
              <a:effectLst/>
              <a:uFillTx/>
              <a:latin typeface="Arial"/>
            </a:endParaRPr>
          </a:p>
        </p:txBody>
      </p:sp>
      <p:sp>
        <p:nvSpPr>
          <p:cNvPr id="561" name=""/>
          <p:cNvSpPr/>
          <p:nvPr/>
        </p:nvSpPr>
        <p:spPr>
          <a:xfrm>
            <a:off x="5631120" y="2952360"/>
            <a:ext cx="4114080" cy="7002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000" strike="noStrike" u="none">
                <a:solidFill>
                  <a:srgbClr val="000000"/>
                </a:solidFill>
                <a:effectLst/>
                <a:uFillTx/>
                <a:latin typeface="Arial"/>
                <a:ea typeface="DejaVu Sans"/>
              </a:rPr>
              <a:t>Figure 18 Initial cubic configuration (left) and final elongated cuboid configuration (right) obtained after sequential NVT equilibration followed by NPT simulation, consistent with the morphology of Monkeypox (Orthopoxvirus) particles.</a:t>
            </a:r>
            <a:endParaRPr b="0" lang="en-US" sz="1000" strike="noStrike" u="none">
              <a:solidFill>
                <a:srgbClr val="000000"/>
              </a:solidFill>
              <a:effectLst/>
              <a:uFillTx/>
              <a:latin typeface="Arial"/>
            </a:endParaRPr>
          </a:p>
        </p:txBody>
      </p:sp>
      <p:sp>
        <p:nvSpPr>
          <p:cNvPr id="2" name="PlaceHolder 1"/>
          <p:cNvSpPr>
            <a:spLocks noGrp="1"/>
          </p:cNvSpPr>
          <p:nvPr>
            <p:ph type="sldNum" idx="41"/>
          </p:nvPr>
        </p:nvSpPr>
        <p:spPr/>
        <p:txBody>
          <a:bodyPr/>
          <a:p>
            <a:fld id="{854A8088-86B7-4ACD-B219-52826C880631}" type="slidenum">
              <a:t>21</a:t>
            </a:fld>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2" name="" descr=""/>
          <p:cNvPicPr/>
          <p:nvPr/>
        </p:nvPicPr>
        <p:blipFill>
          <a:blip r:embed="rId1"/>
          <a:stretch/>
        </p:blipFill>
        <p:spPr>
          <a:xfrm>
            <a:off x="3633840" y="933840"/>
            <a:ext cx="2901240" cy="721440"/>
          </a:xfrm>
          <a:prstGeom prst="rect">
            <a:avLst/>
          </a:prstGeom>
          <a:noFill/>
          <a:ln w="0">
            <a:noFill/>
          </a:ln>
        </p:spPr>
      </p:pic>
      <p:sp>
        <p:nvSpPr>
          <p:cNvPr id="563" name=""/>
          <p:cNvSpPr/>
          <p:nvPr/>
        </p:nvSpPr>
        <p:spPr>
          <a:xfrm>
            <a:off x="2410920" y="1729440"/>
            <a:ext cx="6100200" cy="333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trike="noStrike" u="none">
                <a:solidFill>
                  <a:srgbClr val="000000"/>
                </a:solidFill>
                <a:effectLst/>
                <a:uFillTx/>
                <a:latin typeface="Calibri"/>
                <a:ea typeface="DejaVu Sans"/>
              </a:rPr>
              <a:t>The equation generalizes simple shapes by changing parameter n.</a:t>
            </a:r>
            <a:endParaRPr b="0" lang="en-US" sz="1600" strike="noStrike" u="none">
              <a:solidFill>
                <a:srgbClr val="000000"/>
              </a:solidFill>
              <a:effectLst/>
              <a:uFillTx/>
              <a:latin typeface="Arial"/>
            </a:endParaRPr>
          </a:p>
        </p:txBody>
      </p:sp>
      <p:sp>
        <p:nvSpPr>
          <p:cNvPr id="564" name=""/>
          <p:cNvSpPr/>
          <p:nvPr/>
        </p:nvSpPr>
        <p:spPr>
          <a:xfrm>
            <a:off x="2294640" y="595080"/>
            <a:ext cx="6521040" cy="333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trike="noStrike" u="none">
                <a:solidFill>
                  <a:srgbClr val="000000"/>
                </a:solidFill>
                <a:effectLst/>
                <a:uFillTx/>
                <a:latin typeface="Calibri"/>
                <a:ea typeface="DejaVu Sans"/>
              </a:rPr>
              <a:t>A super-ellipsoid is a smooth 3D shape defined by the equation below</a:t>
            </a:r>
            <a:endParaRPr b="0" lang="en-US" sz="1600" strike="noStrike" u="none">
              <a:solidFill>
                <a:srgbClr val="000000"/>
              </a:solidFill>
              <a:effectLst/>
              <a:uFillTx/>
              <a:latin typeface="Arial"/>
            </a:endParaRPr>
          </a:p>
        </p:txBody>
      </p:sp>
      <p:sp>
        <p:nvSpPr>
          <p:cNvPr id="565" name=""/>
          <p:cNvSpPr/>
          <p:nvPr/>
        </p:nvSpPr>
        <p:spPr>
          <a:xfrm>
            <a:off x="2363760" y="2190960"/>
            <a:ext cx="7500240" cy="73872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spcBef>
                <a:spcPts val="71"/>
              </a:spcBef>
              <a:buClr>
                <a:srgbClr val="000000"/>
              </a:buClr>
              <a:buSzPct val="45000"/>
              <a:buFont typeface="Wingdings" charset="2"/>
              <a:buChar char=""/>
            </a:pPr>
            <a:r>
              <a:rPr b="0" lang="en-US" sz="1600" strike="noStrike" u="none">
                <a:solidFill>
                  <a:srgbClr val="000000"/>
                </a:solidFill>
                <a:effectLst/>
                <a:uFillTx/>
                <a:latin typeface="Arial"/>
                <a:ea typeface="DejaVu Sans"/>
              </a:rPr>
              <a:t>a,b,c: Control the size along the three axes→ long, flat, or brick-like shapes</a:t>
            </a:r>
            <a:endParaRPr b="0" lang="en-US" sz="1600" strike="noStrike" u="none">
              <a:solidFill>
                <a:srgbClr val="000000"/>
              </a:solidFill>
              <a:effectLst/>
              <a:uFillTx/>
              <a:latin typeface="Arial"/>
            </a:endParaRPr>
          </a:p>
          <a:p>
            <a:pPr marL="216000" indent="-216000">
              <a:lnSpc>
                <a:spcPct val="100000"/>
              </a:lnSpc>
              <a:spcBef>
                <a:spcPts val="71"/>
              </a:spcBef>
              <a:buClr>
                <a:srgbClr val="000000"/>
              </a:buClr>
              <a:buSzPct val="45000"/>
              <a:buFont typeface="Wingdings" charset="2"/>
              <a:buChar char=""/>
            </a:pPr>
            <a:r>
              <a:rPr b="0" lang="en-US" sz="1600" strike="noStrike" u="none">
                <a:solidFill>
                  <a:srgbClr val="000000"/>
                </a:solidFill>
                <a:effectLst/>
                <a:uFillTx/>
                <a:latin typeface="Arial"/>
                <a:ea typeface="DejaVu Sans"/>
              </a:rPr>
              <a:t>n(shape parameter):Controls how rounded or box-like the surface</a:t>
            </a:r>
            <a:endParaRPr b="0" lang="en-US" sz="1600" strike="noStrike" u="none">
              <a:solidFill>
                <a:srgbClr val="000000"/>
              </a:solidFill>
              <a:effectLst/>
              <a:uFillTx/>
              <a:latin typeface="Arial"/>
            </a:endParaRPr>
          </a:p>
          <a:p>
            <a:pPr>
              <a:lnSpc>
                <a:spcPct val="100000"/>
              </a:lnSpc>
            </a:pPr>
            <a:endParaRPr b="0" lang="en-US" sz="1000" strike="noStrike" u="none">
              <a:solidFill>
                <a:srgbClr val="000000"/>
              </a:solidFill>
              <a:effectLst/>
              <a:uFillTx/>
              <a:latin typeface="Arial"/>
            </a:endParaRPr>
          </a:p>
        </p:txBody>
      </p:sp>
      <p:sp>
        <p:nvSpPr>
          <p:cNvPr id="566" name="PlaceHolder 22"/>
          <p:cNvSpPr/>
          <p:nvPr/>
        </p:nvSpPr>
        <p:spPr>
          <a:xfrm>
            <a:off x="1892160" y="360"/>
            <a:ext cx="6112440" cy="41004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endParaRPr b="0" lang="en-US" sz="1800" strike="noStrike" u="none">
              <a:solidFill>
                <a:srgbClr val="ffffff"/>
              </a:solidFill>
              <a:effectLst/>
              <a:uFillTx/>
              <a:latin typeface="Arial"/>
              <a:ea typeface="DejaVu Sans"/>
            </a:endParaRPr>
          </a:p>
        </p:txBody>
      </p:sp>
      <p:sp>
        <p:nvSpPr>
          <p:cNvPr id="567" name=""/>
          <p:cNvSpPr/>
          <p:nvPr/>
        </p:nvSpPr>
        <p:spPr>
          <a:xfrm>
            <a:off x="3633480" y="25920"/>
            <a:ext cx="2092320" cy="394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000" strike="noStrike" u="none">
                <a:solidFill>
                  <a:srgbClr val="ffffff"/>
                </a:solidFill>
                <a:effectLst/>
                <a:uFillTx/>
                <a:latin typeface="Arial"/>
                <a:ea typeface="DejaVu Sans"/>
              </a:rPr>
              <a:t>Super ellipsoid</a:t>
            </a:r>
            <a:endParaRPr b="0" lang="en-US" sz="2000" strike="noStrike" u="none">
              <a:solidFill>
                <a:srgbClr val="000000"/>
              </a:solidFill>
              <a:effectLst/>
              <a:uFillTx/>
              <a:latin typeface="Arial"/>
            </a:endParaRPr>
          </a:p>
        </p:txBody>
      </p:sp>
      <p:pic>
        <p:nvPicPr>
          <p:cNvPr id="568" name="" descr=""/>
          <p:cNvPicPr/>
          <p:nvPr/>
        </p:nvPicPr>
        <p:blipFill>
          <a:blip r:embed="rId2"/>
          <a:stretch/>
        </p:blipFill>
        <p:spPr>
          <a:xfrm>
            <a:off x="3129840" y="3141000"/>
            <a:ext cx="4494960" cy="1412280"/>
          </a:xfrm>
          <a:prstGeom prst="rect">
            <a:avLst/>
          </a:prstGeom>
          <a:noFill/>
          <a:ln w="0">
            <a:noFill/>
          </a:ln>
        </p:spPr>
      </p:pic>
      <p:pic>
        <p:nvPicPr>
          <p:cNvPr id="569" name="" descr=""/>
          <p:cNvPicPr/>
          <p:nvPr/>
        </p:nvPicPr>
        <p:blipFill>
          <a:blip r:embed="rId3"/>
          <a:stretch/>
        </p:blipFill>
        <p:spPr>
          <a:xfrm>
            <a:off x="1080" y="1080"/>
            <a:ext cx="1860480" cy="410400"/>
          </a:xfrm>
          <a:prstGeom prst="rect">
            <a:avLst/>
          </a:prstGeom>
          <a:noFill/>
          <a:ln w="0">
            <a:noFill/>
          </a:ln>
        </p:spPr>
      </p:pic>
      <p:pic>
        <p:nvPicPr>
          <p:cNvPr id="570" name="" descr=""/>
          <p:cNvPicPr/>
          <p:nvPr/>
        </p:nvPicPr>
        <p:blipFill>
          <a:blip r:embed="rId4"/>
          <a:stretch/>
        </p:blipFill>
        <p:spPr>
          <a:xfrm>
            <a:off x="8946360" y="13320"/>
            <a:ext cx="1075320" cy="416520"/>
          </a:xfrm>
          <a:prstGeom prst="rect">
            <a:avLst/>
          </a:prstGeom>
          <a:noFill/>
          <a:ln w="0">
            <a:noFill/>
          </a:ln>
        </p:spPr>
      </p:pic>
      <p:pic>
        <p:nvPicPr>
          <p:cNvPr id="571" name="" descr=""/>
          <p:cNvPicPr/>
          <p:nvPr/>
        </p:nvPicPr>
        <p:blipFill>
          <a:blip r:embed="rId5"/>
          <a:stretch/>
        </p:blipFill>
        <p:spPr>
          <a:xfrm>
            <a:off x="162360" y="656640"/>
            <a:ext cx="1500480" cy="2115000"/>
          </a:xfrm>
          <a:prstGeom prst="rect">
            <a:avLst/>
          </a:prstGeom>
          <a:noFill/>
          <a:ln w="0">
            <a:noFill/>
          </a:ln>
        </p:spPr>
      </p:pic>
      <p:pic>
        <p:nvPicPr>
          <p:cNvPr id="572" name="" descr=""/>
          <p:cNvPicPr/>
          <p:nvPr/>
        </p:nvPicPr>
        <p:blipFill>
          <a:blip r:embed="rId6"/>
          <a:stretch/>
        </p:blipFill>
        <p:spPr>
          <a:xfrm>
            <a:off x="232920" y="3115440"/>
            <a:ext cx="1396080" cy="2162880"/>
          </a:xfrm>
          <a:prstGeom prst="rect">
            <a:avLst/>
          </a:prstGeom>
          <a:noFill/>
          <a:ln w="0">
            <a:noFill/>
          </a:ln>
        </p:spPr>
      </p:pic>
      <p:sp>
        <p:nvSpPr>
          <p:cNvPr id="573" name=""/>
          <p:cNvSpPr/>
          <p:nvPr/>
        </p:nvSpPr>
        <p:spPr>
          <a:xfrm>
            <a:off x="3336480" y="2977200"/>
            <a:ext cx="3857400" cy="227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900" strike="noStrike" u="none">
                <a:solidFill>
                  <a:srgbClr val="000000"/>
                </a:solidFill>
                <a:effectLst/>
                <a:uFillTx/>
                <a:latin typeface="Arial"/>
                <a:ea typeface="DejaVu Sans"/>
              </a:rPr>
              <a:t>Table 1 Effect of the shape parameter n on superellipsoid geometry</a:t>
            </a:r>
            <a:endParaRPr b="0" lang="en-US" sz="900" strike="noStrike" u="none">
              <a:solidFill>
                <a:srgbClr val="000000"/>
              </a:solidFill>
              <a:effectLst/>
              <a:uFillTx/>
              <a:latin typeface="Arial"/>
            </a:endParaRPr>
          </a:p>
        </p:txBody>
      </p:sp>
      <p:sp>
        <p:nvSpPr>
          <p:cNvPr id="2" name="PlaceHolder 1"/>
          <p:cNvSpPr>
            <a:spLocks noGrp="1"/>
          </p:cNvSpPr>
          <p:nvPr>
            <p:ph type="sldNum" idx="41"/>
          </p:nvPr>
        </p:nvSpPr>
        <p:spPr/>
        <p:txBody>
          <a:bodyPr/>
          <a:p>
            <a:fld id="{C7C6014E-C569-411A-AFF3-CE12BCBA07C1}" type="slidenum">
              <a:t>22</a:t>
            </a:fld>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74" name="" descr=""/>
          <p:cNvPicPr/>
          <p:nvPr/>
        </p:nvPicPr>
        <p:blipFill>
          <a:blip r:embed="rId1"/>
          <a:stretch/>
        </p:blipFill>
        <p:spPr>
          <a:xfrm>
            <a:off x="1080" y="1080"/>
            <a:ext cx="1860480" cy="410400"/>
          </a:xfrm>
          <a:prstGeom prst="rect">
            <a:avLst/>
          </a:prstGeom>
          <a:noFill/>
          <a:ln w="0">
            <a:noFill/>
          </a:ln>
        </p:spPr>
      </p:pic>
      <p:pic>
        <p:nvPicPr>
          <p:cNvPr id="575" name="" descr=""/>
          <p:cNvPicPr/>
          <p:nvPr/>
        </p:nvPicPr>
        <p:blipFill>
          <a:blip r:embed="rId2"/>
          <a:stretch/>
        </p:blipFill>
        <p:spPr>
          <a:xfrm>
            <a:off x="8946360" y="13320"/>
            <a:ext cx="1075320" cy="416520"/>
          </a:xfrm>
          <a:prstGeom prst="rect">
            <a:avLst/>
          </a:prstGeom>
          <a:noFill/>
          <a:ln w="0">
            <a:noFill/>
          </a:ln>
        </p:spPr>
      </p:pic>
      <p:sp>
        <p:nvSpPr>
          <p:cNvPr id="576" name="PlaceHolder 23"/>
          <p:cNvSpPr/>
          <p:nvPr/>
        </p:nvSpPr>
        <p:spPr>
          <a:xfrm>
            <a:off x="1892160" y="360"/>
            <a:ext cx="6112440" cy="41004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r>
              <a:rPr b="1" lang="en-US" sz="1800" strike="noStrike" u="none">
                <a:solidFill>
                  <a:srgbClr val="ffffff"/>
                </a:solidFill>
                <a:effectLst/>
                <a:uFillTx/>
                <a:latin typeface="Arial"/>
                <a:ea typeface="DejaVu Sans"/>
              </a:rPr>
              <a:t>Superellipoid</a:t>
            </a:r>
            <a:endParaRPr b="0" lang="en-US" sz="1800" strike="noStrike" u="none">
              <a:solidFill>
                <a:srgbClr val="ffffff"/>
              </a:solidFill>
              <a:effectLst/>
              <a:uFillTx/>
              <a:latin typeface="Arial"/>
            </a:endParaRPr>
          </a:p>
        </p:txBody>
      </p:sp>
      <p:sp>
        <p:nvSpPr>
          <p:cNvPr id="577" name=""/>
          <p:cNvSpPr/>
          <p:nvPr/>
        </p:nvSpPr>
        <p:spPr>
          <a:xfrm>
            <a:off x="1974600" y="914400"/>
            <a:ext cx="5888520" cy="2725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200" strike="noStrike" u="none">
                <a:solidFill>
                  <a:srgbClr val="000000"/>
                </a:solidFill>
                <a:effectLst/>
                <a:uFillTx/>
                <a:latin typeface="Arial"/>
                <a:ea typeface="DejaVu Sans"/>
              </a:rPr>
              <a:t>Table 2: Comparison of Rectangular Prism and Superellipsoid Shape Models</a:t>
            </a:r>
            <a:endParaRPr b="0" lang="en-US" sz="1200" strike="noStrike" u="none">
              <a:solidFill>
                <a:srgbClr val="000000"/>
              </a:solidFill>
              <a:effectLst/>
              <a:uFillTx/>
              <a:latin typeface="Arial"/>
            </a:endParaRPr>
          </a:p>
        </p:txBody>
      </p:sp>
      <p:pic>
        <p:nvPicPr>
          <p:cNvPr id="578" name="" descr=""/>
          <p:cNvPicPr/>
          <p:nvPr/>
        </p:nvPicPr>
        <p:blipFill>
          <a:blip r:embed="rId3"/>
          <a:stretch/>
        </p:blipFill>
        <p:spPr>
          <a:xfrm>
            <a:off x="459000" y="1167480"/>
            <a:ext cx="8765640" cy="3414240"/>
          </a:xfrm>
          <a:prstGeom prst="rect">
            <a:avLst/>
          </a:prstGeom>
          <a:noFill/>
          <a:ln w="0">
            <a:noFill/>
          </a:ln>
        </p:spPr>
      </p:pic>
      <p:sp>
        <p:nvSpPr>
          <p:cNvPr id="2" name="PlaceHolder 1"/>
          <p:cNvSpPr>
            <a:spLocks noGrp="1"/>
          </p:cNvSpPr>
          <p:nvPr>
            <p:ph type="sldNum" idx="41"/>
          </p:nvPr>
        </p:nvSpPr>
        <p:spPr/>
        <p:txBody>
          <a:bodyPr/>
          <a:p>
            <a:fld id="{C5EEF00F-8630-4EBD-A5CE-06EDEF384A89}" type="slidenum">
              <a:t>23</a:t>
            </a:fld>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9" name="PlaceHolder 24"/>
          <p:cNvSpPr/>
          <p:nvPr/>
        </p:nvSpPr>
        <p:spPr>
          <a:xfrm>
            <a:off x="1892160" y="360"/>
            <a:ext cx="6112440" cy="41004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r>
              <a:rPr b="1" lang="en-US" sz="1800" strike="noStrike" u="none">
                <a:solidFill>
                  <a:srgbClr val="ffffff"/>
                </a:solidFill>
                <a:effectLst/>
                <a:uFillTx/>
                <a:latin typeface="Arial"/>
                <a:ea typeface="DejaVu Sans"/>
              </a:rPr>
              <a:t>Expected result</a:t>
            </a:r>
            <a:endParaRPr b="0" lang="en-US" sz="1800" strike="noStrike" u="none">
              <a:solidFill>
                <a:srgbClr val="ffffff"/>
              </a:solidFill>
              <a:effectLst/>
              <a:uFillTx/>
              <a:latin typeface="Arial"/>
            </a:endParaRPr>
          </a:p>
        </p:txBody>
      </p:sp>
      <p:pic>
        <p:nvPicPr>
          <p:cNvPr id="580" name="" descr=""/>
          <p:cNvPicPr/>
          <p:nvPr/>
        </p:nvPicPr>
        <p:blipFill>
          <a:blip r:embed="rId1"/>
          <a:stretch/>
        </p:blipFill>
        <p:spPr>
          <a:xfrm>
            <a:off x="6776640" y="2176200"/>
            <a:ext cx="2077200" cy="1906560"/>
          </a:xfrm>
          <a:prstGeom prst="rect">
            <a:avLst/>
          </a:prstGeom>
          <a:noFill/>
          <a:ln w="0">
            <a:noFill/>
          </a:ln>
        </p:spPr>
      </p:pic>
      <p:sp>
        <p:nvSpPr>
          <p:cNvPr id="581" name=""/>
          <p:cNvSpPr/>
          <p:nvPr/>
        </p:nvSpPr>
        <p:spPr>
          <a:xfrm>
            <a:off x="5375160" y="4374000"/>
            <a:ext cx="4569840" cy="7772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900" strike="noStrike" u="none">
                <a:solidFill>
                  <a:srgbClr val="000000"/>
                </a:solidFill>
                <a:effectLst/>
                <a:uFillTx/>
                <a:latin typeface="Arial"/>
                <a:ea typeface="DejaVu Sans"/>
              </a:rPr>
              <a:t>Figure 19  he upper box in Panel A at a higher magnification. Type A viral inclusion bodies, which are observed in infections caused by some orthopoxvirus species, are composed of proteinaceous material and mature virus particles (arrow). Type B viral inclusion bodies, also known as viral factories, are composed of spherical, immature virus particles (arrowhead).</a:t>
            </a:r>
            <a:r>
              <a:rPr b="1" lang="en-US" sz="800" strike="noStrike" u="none">
                <a:solidFill>
                  <a:srgbClr val="000000"/>
                </a:solidFill>
                <a:effectLst/>
                <a:uFillTx/>
                <a:latin typeface="Arial"/>
                <a:ea typeface="DejaVu Sans"/>
              </a:rPr>
              <a:t> </a:t>
            </a:r>
            <a:endParaRPr b="0" lang="en-US" sz="800" strike="noStrike" u="none">
              <a:solidFill>
                <a:srgbClr val="000000"/>
              </a:solidFill>
              <a:effectLst/>
              <a:uFillTx/>
              <a:latin typeface="Arial"/>
            </a:endParaRPr>
          </a:p>
        </p:txBody>
      </p:sp>
      <p:pic>
        <p:nvPicPr>
          <p:cNvPr id="582" name="Picture 2" descr=""/>
          <p:cNvPicPr/>
          <p:nvPr/>
        </p:nvPicPr>
        <p:blipFill>
          <a:blip r:embed="rId2"/>
          <a:stretch/>
        </p:blipFill>
        <p:spPr>
          <a:xfrm>
            <a:off x="6740640" y="617760"/>
            <a:ext cx="2261520" cy="1236600"/>
          </a:xfrm>
          <a:prstGeom prst="rect">
            <a:avLst/>
          </a:prstGeom>
          <a:noFill/>
          <a:ln w="0">
            <a:noFill/>
          </a:ln>
        </p:spPr>
      </p:pic>
      <p:pic>
        <p:nvPicPr>
          <p:cNvPr id="583" name="Picture 4" descr="The COVID-19 coronavirus epidemic has a ..."/>
          <p:cNvPicPr/>
          <p:nvPr/>
        </p:nvPicPr>
        <p:blipFill>
          <a:blip r:embed="rId3"/>
          <a:srcRect l="4746" t="2749" r="4387" b="0"/>
          <a:stretch/>
        </p:blipFill>
        <p:spPr>
          <a:xfrm>
            <a:off x="1033560" y="3641400"/>
            <a:ext cx="2703240" cy="1724040"/>
          </a:xfrm>
          <a:prstGeom prst="rect">
            <a:avLst/>
          </a:prstGeom>
          <a:noFill/>
          <a:ln w="0">
            <a:noFill/>
          </a:ln>
        </p:spPr>
      </p:pic>
      <p:sp>
        <p:nvSpPr>
          <p:cNvPr id="584" name=""/>
          <p:cNvSpPr/>
          <p:nvPr/>
        </p:nvSpPr>
        <p:spPr>
          <a:xfrm>
            <a:off x="278280" y="592560"/>
            <a:ext cx="5320800" cy="3014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600" strike="noStrike" u="none">
                <a:solidFill>
                  <a:srgbClr val="000000"/>
                </a:solidFill>
                <a:effectLst/>
                <a:uFillTx/>
                <a:latin typeface="Arial"/>
                <a:ea typeface="DejaVu Sans"/>
              </a:rPr>
              <a:t>The Superellipsoid model may helps explain:</a:t>
            </a:r>
            <a:endParaRPr b="0" lang="en-US" sz="1600" strike="noStrike" u="none">
              <a:solidFill>
                <a:srgbClr val="000000"/>
              </a:solidFill>
              <a:effectLst/>
              <a:uFillTx/>
              <a:latin typeface="Arial"/>
            </a:endParaRPr>
          </a:p>
          <a:p>
            <a:pPr>
              <a:lnSpc>
                <a:spcPct val="100000"/>
              </a:lnSpc>
            </a:pPr>
            <a:r>
              <a:rPr b="1" lang="en-US" sz="1600" strike="noStrike" u="none">
                <a:solidFill>
                  <a:srgbClr val="000000"/>
                </a:solidFill>
                <a:effectLst/>
                <a:uFillTx/>
                <a:latin typeface="Arial"/>
                <a:ea typeface="DejaVu Sans"/>
              </a:rPr>
              <a:t>Why</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COVID-19 virus particle stays more spherical</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Monkeypox virus particle becomes dumbbell-shaped</a:t>
            </a:r>
            <a:endParaRPr b="0" lang="en-US" sz="1600" strike="noStrike" u="none">
              <a:solidFill>
                <a:srgbClr val="000000"/>
              </a:solidFill>
              <a:effectLst/>
              <a:uFillTx/>
              <a:latin typeface="Arial"/>
            </a:endParaRPr>
          </a:p>
          <a:p>
            <a:pPr>
              <a:lnSpc>
                <a:spcPct val="100000"/>
              </a:lnSpc>
            </a:pPr>
            <a:endParaRPr b="0" lang="en-US" sz="1600" strike="noStrike" u="none">
              <a:solidFill>
                <a:srgbClr val="000000"/>
              </a:solidFill>
              <a:effectLst/>
              <a:uFillTx/>
              <a:latin typeface="Arial"/>
            </a:endParaRPr>
          </a:p>
          <a:p>
            <a:pPr>
              <a:lnSpc>
                <a:spcPct val="100000"/>
              </a:lnSpc>
            </a:pPr>
            <a:r>
              <a:rPr b="1" lang="en-US" sz="1600" strike="noStrike" u="none">
                <a:solidFill>
                  <a:srgbClr val="000000"/>
                </a:solidFill>
                <a:effectLst/>
                <a:uFillTx/>
                <a:latin typeface="Arial"/>
                <a:ea typeface="DejaVu Sans"/>
              </a:rPr>
              <a:t>How:</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Crowding + container curvature reshape genome packing</a:t>
            </a:r>
            <a:endParaRPr b="0" lang="en-US" sz="1600" strike="noStrike" u="none">
              <a:solidFill>
                <a:srgbClr val="000000"/>
              </a:solidFill>
              <a:effectLst/>
              <a:uFillTx/>
              <a:latin typeface="Arial"/>
            </a:endParaRPr>
          </a:p>
          <a:p>
            <a:pPr>
              <a:lnSpc>
                <a:spcPct val="100000"/>
              </a:lnSpc>
            </a:pPr>
            <a:endParaRPr b="0" lang="en-US" sz="1600" strike="noStrike" u="none">
              <a:solidFill>
                <a:srgbClr val="000000"/>
              </a:solidFill>
              <a:effectLst/>
              <a:uFillTx/>
              <a:latin typeface="Arial"/>
            </a:endParaRPr>
          </a:p>
          <a:p>
            <a:pPr>
              <a:lnSpc>
                <a:spcPct val="100000"/>
              </a:lnSpc>
            </a:pPr>
            <a:r>
              <a:rPr b="1" lang="en-US" sz="1600" strike="noStrike" u="none">
                <a:solidFill>
                  <a:srgbClr val="000000"/>
                </a:solidFill>
                <a:effectLst/>
                <a:uFillTx/>
                <a:latin typeface="Arial"/>
                <a:ea typeface="DejaVu Sans"/>
              </a:rPr>
              <a:t>Why:</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Immature viruses are round</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Mature orthopoxviruses are brick-like</a:t>
            </a:r>
            <a:endParaRPr b="0" lang="en-US" sz="1600" strike="noStrike" u="none">
              <a:solidFill>
                <a:srgbClr val="000000"/>
              </a:solidFill>
              <a:effectLst/>
              <a:uFillTx/>
              <a:latin typeface="Arial"/>
            </a:endParaRPr>
          </a:p>
        </p:txBody>
      </p:sp>
      <p:pic>
        <p:nvPicPr>
          <p:cNvPr id="585" name="" descr=""/>
          <p:cNvPicPr/>
          <p:nvPr/>
        </p:nvPicPr>
        <p:blipFill>
          <a:blip r:embed="rId4"/>
          <a:stretch/>
        </p:blipFill>
        <p:spPr>
          <a:xfrm>
            <a:off x="1440" y="1440"/>
            <a:ext cx="1860480" cy="410400"/>
          </a:xfrm>
          <a:prstGeom prst="rect">
            <a:avLst/>
          </a:prstGeom>
          <a:noFill/>
          <a:ln w="0">
            <a:noFill/>
          </a:ln>
        </p:spPr>
      </p:pic>
      <p:pic>
        <p:nvPicPr>
          <p:cNvPr id="586" name="" descr=""/>
          <p:cNvPicPr/>
          <p:nvPr/>
        </p:nvPicPr>
        <p:blipFill>
          <a:blip r:embed="rId5"/>
          <a:stretch/>
        </p:blipFill>
        <p:spPr>
          <a:xfrm>
            <a:off x="8946360" y="13320"/>
            <a:ext cx="1075320" cy="416520"/>
          </a:xfrm>
          <a:prstGeom prst="rect">
            <a:avLst/>
          </a:prstGeom>
          <a:noFill/>
          <a:ln w="0">
            <a:noFill/>
          </a:ln>
        </p:spPr>
      </p:pic>
      <p:sp>
        <p:nvSpPr>
          <p:cNvPr id="587" name=""/>
          <p:cNvSpPr/>
          <p:nvPr/>
        </p:nvSpPr>
        <p:spPr>
          <a:xfrm>
            <a:off x="1587240" y="5378400"/>
            <a:ext cx="1868400" cy="227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900" strike="noStrike" u="none">
                <a:solidFill>
                  <a:srgbClr val="000000"/>
                </a:solidFill>
                <a:effectLst/>
                <a:uFillTx/>
                <a:latin typeface="Calibri"/>
                <a:ea typeface="DejaVu Sans"/>
              </a:rPr>
              <a:t>Figure 17 Coronaviruses.</a:t>
            </a:r>
            <a:endParaRPr b="0" lang="en-US" sz="900" strike="noStrike" u="none">
              <a:solidFill>
                <a:srgbClr val="000000"/>
              </a:solidFill>
              <a:effectLst/>
              <a:uFillTx/>
              <a:latin typeface="Arial"/>
            </a:endParaRPr>
          </a:p>
        </p:txBody>
      </p:sp>
      <p:sp>
        <p:nvSpPr>
          <p:cNvPr id="588" name=""/>
          <p:cNvSpPr/>
          <p:nvPr/>
        </p:nvSpPr>
        <p:spPr>
          <a:xfrm>
            <a:off x="7113240" y="1868760"/>
            <a:ext cx="1747440" cy="227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900" strike="noStrike" u="none">
                <a:solidFill>
                  <a:srgbClr val="000000"/>
                </a:solidFill>
                <a:effectLst/>
                <a:uFillTx/>
                <a:latin typeface="Calibri"/>
                <a:ea typeface="DejaVu Sans"/>
              </a:rPr>
              <a:t>Figure 18 Orthopoxviruses. </a:t>
            </a:r>
            <a:endParaRPr b="0" lang="en-US" sz="900" strike="noStrike" u="none">
              <a:solidFill>
                <a:srgbClr val="000000"/>
              </a:solidFill>
              <a:effectLst/>
              <a:uFillTx/>
              <a:latin typeface="Arial"/>
            </a:endParaRPr>
          </a:p>
        </p:txBody>
      </p:sp>
      <p:sp>
        <p:nvSpPr>
          <p:cNvPr id="2" name="PlaceHolder 1"/>
          <p:cNvSpPr>
            <a:spLocks noGrp="1"/>
          </p:cNvSpPr>
          <p:nvPr>
            <p:ph type="sldNum" idx="41"/>
          </p:nvPr>
        </p:nvSpPr>
        <p:spPr/>
        <p:txBody>
          <a:bodyPr/>
          <a:p>
            <a:fld id="{A2440D0A-FB88-428F-98E5-C93A399AC9CD}" type="slidenum">
              <a:t>24</a:t>
            </a:fld>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9" name="PlaceHolder 25"/>
          <p:cNvSpPr/>
          <p:nvPr/>
        </p:nvSpPr>
        <p:spPr>
          <a:xfrm>
            <a:off x="1892160" y="360"/>
            <a:ext cx="6112440" cy="41004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r>
              <a:rPr b="1" lang="en-US" sz="1800" strike="noStrike" u="none">
                <a:solidFill>
                  <a:srgbClr val="ffffff"/>
                </a:solidFill>
                <a:effectLst/>
                <a:uFillTx/>
                <a:latin typeface="Arial"/>
                <a:ea typeface="DejaVu Sans"/>
              </a:rPr>
              <a:t>Timeline</a:t>
            </a:r>
            <a:endParaRPr b="0" lang="en-US" sz="1800" strike="noStrike" u="none">
              <a:solidFill>
                <a:srgbClr val="ffffff"/>
              </a:solidFill>
              <a:effectLst/>
              <a:uFillTx/>
              <a:latin typeface="Arial"/>
            </a:endParaRPr>
          </a:p>
        </p:txBody>
      </p:sp>
      <p:pic>
        <p:nvPicPr>
          <p:cNvPr id="590" name="" descr=""/>
          <p:cNvPicPr/>
          <p:nvPr/>
        </p:nvPicPr>
        <p:blipFill>
          <a:blip r:embed="rId1"/>
          <a:stretch/>
        </p:blipFill>
        <p:spPr>
          <a:xfrm>
            <a:off x="1440" y="1440"/>
            <a:ext cx="1860480" cy="410400"/>
          </a:xfrm>
          <a:prstGeom prst="rect">
            <a:avLst/>
          </a:prstGeom>
          <a:noFill/>
          <a:ln w="0">
            <a:noFill/>
          </a:ln>
        </p:spPr>
      </p:pic>
      <p:pic>
        <p:nvPicPr>
          <p:cNvPr id="591" name="" descr=""/>
          <p:cNvPicPr/>
          <p:nvPr/>
        </p:nvPicPr>
        <p:blipFill>
          <a:blip r:embed="rId2"/>
          <a:stretch/>
        </p:blipFill>
        <p:spPr>
          <a:xfrm>
            <a:off x="8946360" y="13320"/>
            <a:ext cx="1075320" cy="416520"/>
          </a:xfrm>
          <a:prstGeom prst="rect">
            <a:avLst/>
          </a:prstGeom>
          <a:noFill/>
          <a:ln w="0">
            <a:noFill/>
          </a:ln>
        </p:spPr>
      </p:pic>
      <p:sp>
        <p:nvSpPr>
          <p:cNvPr id="592" name=""/>
          <p:cNvSpPr/>
          <p:nvPr/>
        </p:nvSpPr>
        <p:spPr>
          <a:xfrm>
            <a:off x="0" y="488880"/>
            <a:ext cx="9825480" cy="47203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600" strike="noStrike" u="none">
                <a:solidFill>
                  <a:srgbClr val="000000"/>
                </a:solidFill>
                <a:effectLst/>
                <a:uFillTx/>
                <a:latin typeface="Calibri"/>
                <a:ea typeface="DejaVu Sans"/>
              </a:rPr>
              <a:t>Goal 1: Build a Simple Virus Model</a:t>
            </a:r>
            <a:endParaRPr b="0" lang="en-US" sz="1600" strike="noStrike" u="none">
              <a:solidFill>
                <a:srgbClr val="000000"/>
              </a:solidFill>
              <a:effectLst/>
              <a:uFillTx/>
              <a:latin typeface="Calibri"/>
            </a:endParaRPr>
          </a:p>
          <a:p>
            <a:pPr>
              <a:lnSpc>
                <a:spcPct val="100000"/>
              </a:lnSpc>
            </a:pPr>
            <a:r>
              <a:rPr b="0" lang="en-US" sz="1600" strike="noStrike" u="none">
                <a:solidFill>
                  <a:srgbClr val="000000"/>
                </a:solidFill>
                <a:effectLst/>
                <a:uFillTx/>
                <a:latin typeface="Calibri"/>
                <a:ea typeface="DejaVu Sans"/>
              </a:rPr>
              <a:t>Build a simple model of a genome inside a soft membrane.</a:t>
            </a:r>
            <a:endParaRPr b="0" lang="en-US" sz="1600" strike="noStrike" u="none">
              <a:solidFill>
                <a:srgbClr val="000000"/>
              </a:solidFill>
              <a:effectLst/>
              <a:uFillTx/>
              <a:latin typeface="Calibri"/>
            </a:endParaRPr>
          </a:p>
          <a:p>
            <a:pPr marL="216000" indent="-216000">
              <a:lnSpc>
                <a:spcPct val="100000"/>
              </a:lnSpc>
              <a:buClr>
                <a:srgbClr val="000000"/>
              </a:buClr>
              <a:buFont typeface="Symbol" charset="2"/>
              <a:buChar char=""/>
            </a:pPr>
            <a:r>
              <a:rPr b="0" lang="en-US" sz="1600" strike="noStrike" u="none">
                <a:solidFill>
                  <a:srgbClr val="000000"/>
                </a:solidFill>
                <a:effectLst/>
                <a:uFillTx/>
                <a:latin typeface="Calibri"/>
                <a:ea typeface="DejaVu Sans"/>
              </a:rPr>
              <a:t>Model the genome as connected beads.</a:t>
            </a:r>
            <a:endParaRPr b="0" lang="en-US" sz="1600" strike="noStrike" u="none">
              <a:solidFill>
                <a:srgbClr val="000000"/>
              </a:solidFill>
              <a:effectLst/>
              <a:uFillTx/>
              <a:latin typeface="Calibri"/>
            </a:endParaRPr>
          </a:p>
          <a:p>
            <a:pPr marL="216000" indent="-216000">
              <a:lnSpc>
                <a:spcPct val="100000"/>
              </a:lnSpc>
              <a:buClr>
                <a:srgbClr val="000000"/>
              </a:buClr>
              <a:buFont typeface="Symbol" charset="2"/>
              <a:buChar char=""/>
            </a:pPr>
            <a:r>
              <a:rPr b="0" lang="en-US" sz="1600" strike="noStrike" u="none">
                <a:solidFill>
                  <a:srgbClr val="000000"/>
                </a:solidFill>
                <a:effectLst/>
                <a:uFillTx/>
                <a:latin typeface="Calibri"/>
                <a:ea typeface="DejaVu Sans"/>
              </a:rPr>
              <a:t>Model the membrane as a flexible surface.</a:t>
            </a:r>
            <a:endParaRPr b="0" lang="en-US" sz="1600" strike="noStrike" u="none">
              <a:solidFill>
                <a:srgbClr val="000000"/>
              </a:solidFill>
              <a:effectLst/>
              <a:uFillTx/>
              <a:latin typeface="Calibri"/>
            </a:endParaRPr>
          </a:p>
          <a:p>
            <a:pPr marL="216000" indent="-216000">
              <a:lnSpc>
                <a:spcPct val="100000"/>
              </a:lnSpc>
              <a:buClr>
                <a:srgbClr val="000000"/>
              </a:buClr>
              <a:buFont typeface="Symbol" charset="2"/>
              <a:buChar char=""/>
            </a:pPr>
            <a:r>
              <a:rPr b="0" lang="en-US" sz="1600" strike="noStrike" u="none">
                <a:solidFill>
                  <a:srgbClr val="000000"/>
                </a:solidFill>
                <a:effectLst/>
                <a:uFillTx/>
                <a:latin typeface="Calibri"/>
                <a:ea typeface="DejaVu Sans"/>
              </a:rPr>
              <a:t>Include basic weak attraction.</a:t>
            </a:r>
            <a:endParaRPr b="0" lang="en-US" sz="1600" strike="noStrike" u="none">
              <a:solidFill>
                <a:srgbClr val="000000"/>
              </a:solidFill>
              <a:effectLst/>
              <a:uFillTx/>
              <a:latin typeface="Calibri"/>
            </a:endParaRPr>
          </a:p>
          <a:p>
            <a:pPr marL="216000" indent="-216000">
              <a:lnSpc>
                <a:spcPct val="100000"/>
              </a:lnSpc>
              <a:buClr>
                <a:srgbClr val="000000"/>
              </a:buClr>
              <a:buFont typeface="Symbol" charset="2"/>
              <a:buChar char=""/>
            </a:pPr>
            <a:r>
              <a:rPr b="0" lang="en-US" sz="1600" strike="noStrike" u="none">
                <a:solidFill>
                  <a:srgbClr val="000000"/>
                </a:solidFill>
                <a:effectLst/>
                <a:uFillTx/>
                <a:latin typeface="Calibri"/>
                <a:ea typeface="DejaVu Sans"/>
              </a:rPr>
              <a:t>Study how the genome pushes on and deforms the membrane.</a:t>
            </a:r>
            <a:endParaRPr b="0" lang="en-US" sz="1600" strike="noStrike" u="none">
              <a:solidFill>
                <a:srgbClr val="000000"/>
              </a:solidFill>
              <a:effectLst/>
              <a:uFillTx/>
              <a:latin typeface="Calibri"/>
            </a:endParaRPr>
          </a:p>
          <a:p>
            <a:pPr>
              <a:lnSpc>
                <a:spcPct val="100000"/>
              </a:lnSpc>
            </a:pPr>
            <a:endParaRPr b="0" lang="en-US" sz="1600" strike="noStrike" u="none">
              <a:solidFill>
                <a:srgbClr val="000000"/>
              </a:solidFill>
              <a:effectLst/>
              <a:uFillTx/>
              <a:latin typeface="Calibri"/>
            </a:endParaRPr>
          </a:p>
          <a:p>
            <a:pPr>
              <a:lnSpc>
                <a:spcPct val="100000"/>
              </a:lnSpc>
            </a:pPr>
            <a:r>
              <a:rPr b="1" lang="en-US" sz="1600" strike="noStrike" u="none">
                <a:solidFill>
                  <a:srgbClr val="000000"/>
                </a:solidFill>
                <a:effectLst/>
                <a:uFillTx/>
                <a:latin typeface="Calibri"/>
                <a:ea typeface="DejaVu Sans"/>
              </a:rPr>
              <a:t>Goal 2: Study What Controls Virus Shape</a:t>
            </a:r>
            <a:endParaRPr b="0" lang="en-US" sz="1600" strike="noStrike" u="none">
              <a:solidFill>
                <a:srgbClr val="000000"/>
              </a:solidFill>
              <a:effectLst/>
              <a:uFillTx/>
              <a:latin typeface="Calibri"/>
            </a:endParaRPr>
          </a:p>
          <a:p>
            <a:pPr>
              <a:lnSpc>
                <a:spcPct val="100000"/>
              </a:lnSpc>
            </a:pPr>
            <a:r>
              <a:rPr b="0" lang="en-US" sz="1600" strike="noStrike" u="none">
                <a:solidFill>
                  <a:srgbClr val="000000"/>
                </a:solidFill>
                <a:effectLst/>
                <a:uFillTx/>
                <a:latin typeface="Calibri"/>
                <a:ea typeface="DejaVu Sans"/>
              </a:rPr>
              <a:t>Use the model to test what physical factors change virus shape.</a:t>
            </a:r>
            <a:endParaRPr b="0" lang="en-US" sz="1600" strike="noStrike" u="none">
              <a:solidFill>
                <a:srgbClr val="000000"/>
              </a:solidFill>
              <a:effectLst/>
              <a:uFillTx/>
              <a:latin typeface="Calibri"/>
            </a:endParaRPr>
          </a:p>
          <a:p>
            <a:pPr marL="216000" indent="-216000">
              <a:lnSpc>
                <a:spcPct val="100000"/>
              </a:lnSpc>
              <a:buClr>
                <a:srgbClr val="000000"/>
              </a:buClr>
              <a:buFont typeface="Symbol" charset="2"/>
              <a:buChar char=""/>
            </a:pPr>
            <a:r>
              <a:rPr b="0" lang="en-US" sz="1600" strike="noStrike" u="none">
                <a:solidFill>
                  <a:srgbClr val="000000"/>
                </a:solidFill>
                <a:effectLst/>
                <a:uFillTx/>
                <a:latin typeface="Calibri"/>
                <a:ea typeface="DejaVu Sans"/>
              </a:rPr>
              <a:t>Change genome length (short vs long).</a:t>
            </a:r>
            <a:endParaRPr b="0" lang="en-US" sz="1600" strike="noStrike" u="none">
              <a:solidFill>
                <a:srgbClr val="000000"/>
              </a:solidFill>
              <a:effectLst/>
              <a:uFillTx/>
              <a:latin typeface="Calibri"/>
            </a:endParaRPr>
          </a:p>
          <a:p>
            <a:pPr marL="216000" indent="-216000">
              <a:lnSpc>
                <a:spcPct val="100000"/>
              </a:lnSpc>
              <a:buClr>
                <a:srgbClr val="000000"/>
              </a:buClr>
              <a:buFont typeface="Symbol" charset="2"/>
              <a:buChar char=""/>
            </a:pPr>
            <a:r>
              <a:rPr b="0" lang="en-US" sz="1600" strike="noStrike" u="none">
                <a:solidFill>
                  <a:srgbClr val="000000"/>
                </a:solidFill>
                <a:effectLst/>
                <a:uFillTx/>
                <a:latin typeface="Calibri"/>
                <a:ea typeface="DejaVu Sans"/>
              </a:rPr>
              <a:t>Change genome stiffness (soft vs stiff).</a:t>
            </a:r>
            <a:endParaRPr b="0" lang="en-US" sz="1600" strike="noStrike" u="none">
              <a:solidFill>
                <a:srgbClr val="000000"/>
              </a:solidFill>
              <a:effectLst/>
              <a:uFillTx/>
              <a:latin typeface="Calibri"/>
            </a:endParaRPr>
          </a:p>
          <a:p>
            <a:pPr marL="216000" indent="-216000">
              <a:lnSpc>
                <a:spcPct val="100000"/>
              </a:lnSpc>
              <a:buClr>
                <a:srgbClr val="000000"/>
              </a:buClr>
              <a:buFont typeface="Symbol" charset="2"/>
              <a:buChar char=""/>
            </a:pPr>
            <a:r>
              <a:rPr b="0" lang="en-US" sz="1600" strike="noStrike" u="none">
                <a:solidFill>
                  <a:srgbClr val="000000"/>
                </a:solidFill>
                <a:effectLst/>
                <a:uFillTx/>
                <a:latin typeface="Calibri"/>
                <a:ea typeface="DejaVu Sans"/>
              </a:rPr>
              <a:t>Change membrane size and flexibility.</a:t>
            </a:r>
            <a:endParaRPr b="0" lang="en-US" sz="1600" strike="noStrike" u="none">
              <a:solidFill>
                <a:srgbClr val="000000"/>
              </a:solidFill>
              <a:effectLst/>
              <a:uFillTx/>
              <a:latin typeface="Calibri"/>
            </a:endParaRPr>
          </a:p>
          <a:p>
            <a:pPr marL="216000" indent="-216000">
              <a:lnSpc>
                <a:spcPct val="100000"/>
              </a:lnSpc>
              <a:buClr>
                <a:srgbClr val="000000"/>
              </a:buClr>
              <a:buFont typeface="Symbol" charset="2"/>
              <a:buChar char=""/>
            </a:pPr>
            <a:r>
              <a:rPr b="0" lang="en-US" sz="1600" strike="noStrike" u="none">
                <a:solidFill>
                  <a:srgbClr val="000000"/>
                </a:solidFill>
                <a:effectLst/>
                <a:uFillTx/>
                <a:latin typeface="Calibri"/>
                <a:ea typeface="DejaVu Sans"/>
              </a:rPr>
              <a:t>Measure changes in shape, pressure, and genome position.</a:t>
            </a:r>
            <a:endParaRPr b="0" lang="en-US" sz="1600" strike="noStrike" u="none">
              <a:solidFill>
                <a:srgbClr val="000000"/>
              </a:solidFill>
              <a:effectLst/>
              <a:uFillTx/>
              <a:latin typeface="Calibri"/>
            </a:endParaRPr>
          </a:p>
          <a:p>
            <a:pPr>
              <a:lnSpc>
                <a:spcPct val="100000"/>
              </a:lnSpc>
            </a:pPr>
            <a:endParaRPr b="0" lang="en-US" sz="1600" strike="noStrike" u="none">
              <a:solidFill>
                <a:srgbClr val="000000"/>
              </a:solidFill>
              <a:effectLst/>
              <a:uFillTx/>
              <a:latin typeface="Calibri"/>
            </a:endParaRPr>
          </a:p>
          <a:p>
            <a:pPr>
              <a:lnSpc>
                <a:spcPct val="100000"/>
              </a:lnSpc>
            </a:pPr>
            <a:r>
              <a:rPr b="1" lang="en-US" sz="1600" strike="noStrike" u="none">
                <a:solidFill>
                  <a:srgbClr val="000000"/>
                </a:solidFill>
                <a:effectLst/>
                <a:uFillTx/>
                <a:latin typeface="Calibri"/>
                <a:ea typeface="DejaVu Sans"/>
              </a:rPr>
              <a:t>Goal 3:Explain Shape Changes in Real Viruses</a:t>
            </a:r>
            <a:endParaRPr b="0" lang="en-US" sz="1600" strike="noStrike" u="none">
              <a:solidFill>
                <a:srgbClr val="000000"/>
              </a:solidFill>
              <a:effectLst/>
              <a:uFillTx/>
              <a:latin typeface="Calibri"/>
            </a:endParaRPr>
          </a:p>
          <a:p>
            <a:pPr>
              <a:lnSpc>
                <a:spcPct val="100000"/>
              </a:lnSpc>
            </a:pPr>
            <a:r>
              <a:rPr b="0" lang="en-US" sz="1600" strike="noStrike" u="none">
                <a:solidFill>
                  <a:srgbClr val="000000"/>
                </a:solidFill>
                <a:effectLst/>
                <a:uFillTx/>
                <a:latin typeface="Calibri"/>
                <a:ea typeface="DejaVu Sans"/>
              </a:rPr>
              <a:t>Use the model to explain experimental observations.</a:t>
            </a:r>
            <a:endParaRPr b="0" lang="en-US" sz="1600" strike="noStrike" u="none">
              <a:solidFill>
                <a:srgbClr val="000000"/>
              </a:solidFill>
              <a:effectLst/>
              <a:uFillTx/>
              <a:latin typeface="Calibri"/>
            </a:endParaRPr>
          </a:p>
          <a:p>
            <a:pPr marL="216000" indent="-216000">
              <a:lnSpc>
                <a:spcPct val="100000"/>
              </a:lnSpc>
              <a:buClr>
                <a:srgbClr val="000000"/>
              </a:buClr>
              <a:buFont typeface="Symbol" charset="2"/>
              <a:buChar char=""/>
            </a:pPr>
            <a:r>
              <a:rPr b="0" lang="en-US" sz="1600" strike="noStrike" u="none">
                <a:solidFill>
                  <a:srgbClr val="000000"/>
                </a:solidFill>
                <a:effectLst/>
                <a:uFillTx/>
                <a:latin typeface="Calibri"/>
                <a:ea typeface="DejaVu Sans"/>
              </a:rPr>
              <a:t>Explain why COVID-19 particles stay mostly spherical.</a:t>
            </a:r>
            <a:endParaRPr b="0" lang="en-US" sz="1600" strike="noStrike" u="none">
              <a:solidFill>
                <a:srgbClr val="000000"/>
              </a:solidFill>
              <a:effectLst/>
              <a:uFillTx/>
              <a:latin typeface="Calibri"/>
            </a:endParaRPr>
          </a:p>
          <a:p>
            <a:pPr marL="216000" indent="-216000">
              <a:lnSpc>
                <a:spcPct val="100000"/>
              </a:lnSpc>
              <a:buClr>
                <a:srgbClr val="000000"/>
              </a:buClr>
              <a:buFont typeface="Symbol" charset="2"/>
              <a:buChar char=""/>
            </a:pPr>
            <a:r>
              <a:rPr b="0" lang="en-US" sz="1600" strike="noStrike" u="none">
                <a:solidFill>
                  <a:srgbClr val="000000"/>
                </a:solidFill>
                <a:effectLst/>
                <a:uFillTx/>
                <a:latin typeface="Calibri"/>
                <a:ea typeface="DejaVu Sans"/>
              </a:rPr>
              <a:t>Explain why Monkeypox particles are elongated.</a:t>
            </a:r>
            <a:endParaRPr b="0" lang="en-US" sz="1600" strike="noStrike" u="none">
              <a:solidFill>
                <a:srgbClr val="000000"/>
              </a:solidFill>
              <a:effectLst/>
              <a:uFillTx/>
              <a:latin typeface="Calibri"/>
            </a:endParaRPr>
          </a:p>
          <a:p>
            <a:pPr marL="216000" indent="-216000">
              <a:lnSpc>
                <a:spcPct val="100000"/>
              </a:lnSpc>
              <a:buClr>
                <a:srgbClr val="000000"/>
              </a:buClr>
              <a:buFont typeface="Symbol" charset="2"/>
              <a:buChar char=""/>
            </a:pPr>
            <a:r>
              <a:rPr b="0" lang="en-US" sz="1600" strike="noStrike" u="none">
                <a:solidFill>
                  <a:srgbClr val="000000"/>
                </a:solidFill>
                <a:effectLst/>
                <a:uFillTx/>
                <a:latin typeface="Calibri"/>
                <a:ea typeface="DejaVu Sans"/>
              </a:rPr>
              <a:t>Explain the change from spherical immature particles to elongated mature particles.</a:t>
            </a:r>
            <a:endParaRPr b="0" lang="en-US" sz="1600" strike="noStrike" u="none">
              <a:solidFill>
                <a:srgbClr val="000000"/>
              </a:solidFill>
              <a:effectLst/>
              <a:uFillTx/>
              <a:latin typeface="Calibri"/>
            </a:endParaRPr>
          </a:p>
        </p:txBody>
      </p:sp>
      <p:sp>
        <p:nvSpPr>
          <p:cNvPr id="2" name="PlaceHolder 1"/>
          <p:cNvSpPr>
            <a:spLocks noGrp="1"/>
          </p:cNvSpPr>
          <p:nvPr>
            <p:ph type="sldNum" idx="41"/>
          </p:nvPr>
        </p:nvSpPr>
        <p:spPr/>
        <p:txBody>
          <a:bodyPr/>
          <a:p>
            <a:fld id="{B9F10397-2A6C-419B-9951-BF484F98FDD7}" type="slidenum">
              <a:t>25</a:t>
            </a:fld>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3" name=""/>
          <p:cNvSpPr/>
          <p:nvPr/>
        </p:nvSpPr>
        <p:spPr>
          <a:xfrm>
            <a:off x="226080" y="654840"/>
            <a:ext cx="9655920" cy="49640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trike="noStrike" u="none">
                <a:solidFill>
                  <a:srgbClr val="000000"/>
                </a:solidFill>
                <a:effectLst/>
                <a:uFillTx/>
                <a:latin typeface="Arial"/>
                <a:ea typeface="DejaVu Sans"/>
              </a:rPr>
              <a:t>[1] Zhenhao Ke, Jose Oton, Kun Qu, Marcella Cortese, Vedran Zila, Liam McKeane, Takanori Nakane, Jasenko Zivanov, Christopher J Neufeldt, Bastian Cerikan, Jianmin M Lu, Julian Peukes, Xiaoli Xiong, Hans-Georg Kräusslich, Sjors H. W. Scheres, Ralf Bartenschlager, and John A. G. Briggs. Structures and distributions of sars-cov-2 spike proteins on intact virions. Nature, 588(7838):498–502, December 2020. Epub 2020 Aug 17.</a:t>
            </a:r>
            <a:endParaRPr b="0" lang="en-US" sz="1600" strike="noStrike" u="none">
              <a:solidFill>
                <a:srgbClr val="000000"/>
              </a:solidFill>
              <a:effectLst/>
              <a:uFillTx/>
              <a:latin typeface="Arial"/>
            </a:endParaRPr>
          </a:p>
          <a:p>
            <a:pPr>
              <a:lnSpc>
                <a:spcPct val="100000"/>
              </a:lnSpc>
            </a:pP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[2] Centers for Disease Control and Prevention (CDC). Sars-cov-2 illustration. </a:t>
            </a:r>
            <a:r>
              <a:rPr b="0" lang="en-US" sz="1600" strike="noStrike" u="none">
                <a:solidFill>
                  <a:srgbClr val="0000ee"/>
                </a:solidFill>
                <a:effectLst/>
                <a:uFillTx/>
                <a:latin typeface="Arial"/>
                <a:ea typeface="DejaVu Sans"/>
                <a:hlinkClick r:id="rId1"/>
              </a:rPr>
              <a:t>https://www.cdc.gov/</a:t>
            </a:r>
            <a:r>
              <a:rPr b="0" lang="en-US" sz="1600" strike="noStrike" u="none">
                <a:solidFill>
                  <a:srgbClr val="000000"/>
                </a:solidFill>
                <a:effectLst/>
                <a:uFillTx/>
                <a:latin typeface="Arial"/>
                <a:ea typeface="DejaVu Sans"/>
              </a:rPr>
              <a:t>museum/timeline/covid19.html, n.d. Accessed April 18, 2025.</a:t>
            </a:r>
            <a:endParaRPr b="0" lang="en-US" sz="1600" strike="noStrike" u="none">
              <a:solidFill>
                <a:srgbClr val="000000"/>
              </a:solidFill>
              <a:effectLst/>
              <a:uFillTx/>
              <a:latin typeface="Arial"/>
            </a:endParaRPr>
          </a:p>
          <a:p>
            <a:pPr>
              <a:lnSpc>
                <a:spcPct val="100000"/>
              </a:lnSpc>
            </a:pP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[3] Naoki Nakatani, Hiroshi Sakuta, Makoto Hayashi, Shunsuke Tanaka, Kohei Takiguchi, Kouhei Tsumoto, and Kenichi Yoshikawa. Specific spatial localization of actin and dna in a water/water microdroplet: Self-emergence of a cell-like structure. Chembiochem, 19(13):1370–1374, 2018.</a:t>
            </a:r>
            <a:endParaRPr b="0" lang="en-US" sz="1600" strike="noStrike" u="none">
              <a:solidFill>
                <a:srgbClr val="000000"/>
              </a:solidFill>
              <a:effectLst/>
              <a:uFillTx/>
              <a:latin typeface="Arial"/>
            </a:endParaRPr>
          </a:p>
          <a:p>
            <a:pPr>
              <a:lnSpc>
                <a:spcPct val="100000"/>
              </a:lnSpc>
            </a:pP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[4] Nir Erez, Hagit Achdout, Einat Milrot, Yaron Schwartz, Yonit Wiener-Well, Nir Paran, Boaz Politi, Haim Tamir, Tomer Israely, Sharon Weiss, Adi Beth-Din, Orli Shifman, Ohad Israeli, Shmuel Yitzhaki, Shaul C Shapira, Shay Melamed, and Eli Schwartz. Diagnosis of imported monkeypox, israel, 2018. Emerging Infectious Diseases, 25(5):980–983, May 2019.</a:t>
            </a:r>
            <a:endParaRPr b="0" lang="en-US" sz="1600" strike="noStrike" u="none">
              <a:solidFill>
                <a:srgbClr val="000000"/>
              </a:solidFill>
              <a:effectLst/>
              <a:uFillTx/>
              <a:latin typeface="Arial"/>
            </a:endParaRPr>
          </a:p>
          <a:p>
            <a:pPr>
              <a:lnSpc>
                <a:spcPct val="100000"/>
              </a:lnSpc>
            </a:pP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[5] Shane Parker, Andrea Nuara, R Mark Buller, and David A Schultz. Human monkeypox: an emerging zoonotic disease. Future Microbiology, 2(1):17–34, Feb 2007.</a:t>
            </a:r>
            <a:endParaRPr b="0" lang="en-US" sz="1600" strike="noStrike" u="none">
              <a:solidFill>
                <a:srgbClr val="000000"/>
              </a:solidFill>
              <a:effectLst/>
              <a:uFillTx/>
              <a:latin typeface="Arial"/>
            </a:endParaRPr>
          </a:p>
        </p:txBody>
      </p:sp>
      <p:sp>
        <p:nvSpPr>
          <p:cNvPr id="594" name="PlaceHolder 15"/>
          <p:cNvSpPr/>
          <p:nvPr/>
        </p:nvSpPr>
        <p:spPr>
          <a:xfrm>
            <a:off x="2026800" y="360"/>
            <a:ext cx="6112440" cy="41004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r>
              <a:rPr b="1" lang="en-US" sz="2400" strike="noStrike" u="none">
                <a:solidFill>
                  <a:schemeClr val="lt1"/>
                </a:solidFill>
                <a:effectLst/>
                <a:uFillTx/>
                <a:latin typeface="Calibri Light"/>
                <a:ea typeface="DejaVu Sans"/>
              </a:rPr>
              <a:t>Reference</a:t>
            </a:r>
            <a:endParaRPr b="0" lang="en-US" sz="2400" strike="noStrike" u="none">
              <a:solidFill>
                <a:srgbClr val="ffffff"/>
              </a:solidFill>
              <a:effectLst/>
              <a:uFillTx/>
              <a:latin typeface="Arial"/>
            </a:endParaRPr>
          </a:p>
        </p:txBody>
      </p:sp>
      <p:pic>
        <p:nvPicPr>
          <p:cNvPr id="595" name="" descr=""/>
          <p:cNvPicPr/>
          <p:nvPr/>
        </p:nvPicPr>
        <p:blipFill>
          <a:blip r:embed="rId2"/>
          <a:stretch/>
        </p:blipFill>
        <p:spPr>
          <a:xfrm>
            <a:off x="0" y="0"/>
            <a:ext cx="1860480" cy="410400"/>
          </a:xfrm>
          <a:prstGeom prst="rect">
            <a:avLst/>
          </a:prstGeom>
          <a:noFill/>
          <a:ln w="0">
            <a:noFill/>
          </a:ln>
        </p:spPr>
      </p:pic>
      <p:pic>
        <p:nvPicPr>
          <p:cNvPr id="596" name="" descr=""/>
          <p:cNvPicPr/>
          <p:nvPr/>
        </p:nvPicPr>
        <p:blipFill>
          <a:blip r:embed="rId3"/>
          <a:stretch/>
        </p:blipFill>
        <p:spPr>
          <a:xfrm>
            <a:off x="8946360" y="13320"/>
            <a:ext cx="1075320" cy="416520"/>
          </a:xfrm>
          <a:prstGeom prst="rect">
            <a:avLst/>
          </a:prstGeom>
          <a:noFill/>
          <a:ln w="0">
            <a:noFill/>
          </a:ln>
        </p:spPr>
      </p:pic>
      <p:sp>
        <p:nvSpPr>
          <p:cNvPr id="2" name="PlaceHolder 1"/>
          <p:cNvSpPr>
            <a:spLocks noGrp="1"/>
          </p:cNvSpPr>
          <p:nvPr>
            <p:ph type="sldNum" idx="41"/>
          </p:nvPr>
        </p:nvSpPr>
        <p:spPr/>
        <p:txBody>
          <a:bodyPr/>
          <a:p>
            <a:fld id="{EAC7A4A7-CEA0-4B81-A590-8623F518CC21}" type="slidenum">
              <a:t>26</a:t>
            </a:fld>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7" name="PlaceHolder 20"/>
          <p:cNvSpPr/>
          <p:nvPr/>
        </p:nvSpPr>
        <p:spPr>
          <a:xfrm>
            <a:off x="1987560" y="360"/>
            <a:ext cx="6112440" cy="41004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r>
              <a:rPr b="1" lang="en-US" sz="2400" strike="noStrike" u="none">
                <a:solidFill>
                  <a:schemeClr val="lt1"/>
                </a:solidFill>
                <a:effectLst/>
                <a:uFillTx/>
                <a:latin typeface="Calibri Light"/>
                <a:ea typeface="DejaVu Sans"/>
              </a:rPr>
              <a:t>Reference</a:t>
            </a:r>
            <a:endParaRPr b="0" lang="en-US" sz="2400" strike="noStrike" u="none">
              <a:solidFill>
                <a:srgbClr val="ffffff"/>
              </a:solidFill>
              <a:effectLst/>
              <a:uFillTx/>
              <a:latin typeface="Arial"/>
            </a:endParaRPr>
          </a:p>
        </p:txBody>
      </p:sp>
      <p:sp>
        <p:nvSpPr>
          <p:cNvPr id="598" name=""/>
          <p:cNvSpPr/>
          <p:nvPr/>
        </p:nvSpPr>
        <p:spPr>
          <a:xfrm>
            <a:off x="201960" y="817200"/>
            <a:ext cx="9295560" cy="17956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trike="noStrike" u="none">
                <a:solidFill>
                  <a:srgbClr val="000000"/>
                </a:solidFill>
                <a:effectLst/>
                <a:uFillTx/>
                <a:latin typeface="Arial"/>
                <a:ea typeface="DejaVu Sans"/>
              </a:rPr>
              <a:t>[13] Paul Grayson, Alex Evilevitch, Mandar M. Inamdar, Prashant K. Purohit, William M. Gelbart,</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Charles M. Knobler, and Rob Phillips. The effect of genome length on ejection forces in bacteriophage</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lambda. Virology, 348(2):430–436, 2006.</a:t>
            </a:r>
            <a:endParaRPr b="0" lang="en-US" sz="1600" strike="noStrike" u="none">
              <a:solidFill>
                <a:srgbClr val="000000"/>
              </a:solidFill>
              <a:effectLst/>
              <a:uFillTx/>
              <a:latin typeface="Arial"/>
            </a:endParaRPr>
          </a:p>
          <a:p>
            <a:pPr>
              <a:lnSpc>
                <a:spcPct val="100000"/>
              </a:lnSpc>
            </a:pP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[14] Horst L. Vörtler and Matthias Kettler. Monte carlo simulation of pore systems: primitive model of</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water in slit-like pores. Chemical Physics Letters, 266(3–4):368–374, 1997.</a:t>
            </a:r>
            <a:endParaRPr b="0" lang="en-US" sz="1600" strike="noStrike" u="none">
              <a:solidFill>
                <a:srgbClr val="000000"/>
              </a:solidFill>
              <a:effectLst/>
              <a:uFillTx/>
              <a:latin typeface="Arial"/>
            </a:endParaRPr>
          </a:p>
        </p:txBody>
      </p:sp>
      <p:pic>
        <p:nvPicPr>
          <p:cNvPr id="599" name="" descr=""/>
          <p:cNvPicPr/>
          <p:nvPr/>
        </p:nvPicPr>
        <p:blipFill>
          <a:blip r:embed="rId1"/>
          <a:stretch/>
        </p:blipFill>
        <p:spPr>
          <a:xfrm>
            <a:off x="0" y="0"/>
            <a:ext cx="1860480" cy="410400"/>
          </a:xfrm>
          <a:prstGeom prst="rect">
            <a:avLst/>
          </a:prstGeom>
          <a:noFill/>
          <a:ln w="0">
            <a:noFill/>
          </a:ln>
        </p:spPr>
      </p:pic>
      <p:pic>
        <p:nvPicPr>
          <p:cNvPr id="600" name="" descr=""/>
          <p:cNvPicPr/>
          <p:nvPr/>
        </p:nvPicPr>
        <p:blipFill>
          <a:blip r:embed="rId2"/>
          <a:stretch/>
        </p:blipFill>
        <p:spPr>
          <a:xfrm>
            <a:off x="8946360" y="13320"/>
            <a:ext cx="1075320" cy="416520"/>
          </a:xfrm>
          <a:prstGeom prst="rect">
            <a:avLst/>
          </a:prstGeom>
          <a:noFill/>
          <a:ln w="0">
            <a:noFill/>
          </a:ln>
        </p:spPr>
      </p:pic>
      <p:sp>
        <p:nvSpPr>
          <p:cNvPr id="2" name="PlaceHolder 1"/>
          <p:cNvSpPr>
            <a:spLocks noGrp="1"/>
          </p:cNvSpPr>
          <p:nvPr>
            <p:ph type="sldNum" idx="41"/>
          </p:nvPr>
        </p:nvSpPr>
        <p:spPr/>
        <p:txBody>
          <a:bodyPr/>
          <a:p>
            <a:fld id="{BFEFBDBD-59E3-4DE2-B93F-1C99F586DEAA}" type="slidenum">
              <a:t>27</a:t>
            </a:fld>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1" name=""/>
          <p:cNvSpPr/>
          <p:nvPr/>
        </p:nvSpPr>
        <p:spPr>
          <a:xfrm>
            <a:off x="215640" y="1309320"/>
            <a:ext cx="5119920" cy="198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sp>
        <p:nvSpPr>
          <p:cNvPr id="602" name=""/>
          <p:cNvSpPr/>
          <p:nvPr/>
        </p:nvSpPr>
        <p:spPr>
          <a:xfrm>
            <a:off x="5792760" y="2960640"/>
            <a:ext cx="1165320" cy="2160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pic>
        <p:nvPicPr>
          <p:cNvPr id="603" name="" descr=""/>
          <p:cNvPicPr/>
          <p:nvPr/>
        </p:nvPicPr>
        <p:blipFill>
          <a:blip r:embed="rId1"/>
          <a:stretch/>
        </p:blipFill>
        <p:spPr>
          <a:xfrm>
            <a:off x="0" y="0"/>
            <a:ext cx="1860480" cy="410400"/>
          </a:xfrm>
          <a:prstGeom prst="rect">
            <a:avLst/>
          </a:prstGeom>
          <a:noFill/>
          <a:ln w="0">
            <a:noFill/>
          </a:ln>
        </p:spPr>
      </p:pic>
      <p:sp>
        <p:nvSpPr>
          <p:cNvPr id="604" name=""/>
          <p:cNvSpPr/>
          <p:nvPr/>
        </p:nvSpPr>
        <p:spPr>
          <a:xfrm>
            <a:off x="2058840" y="1765800"/>
            <a:ext cx="6294240" cy="15526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i="1" lang="en-US" sz="9600" strike="noStrike" u="none">
                <a:solidFill>
                  <a:srgbClr val="000000"/>
                </a:solidFill>
                <a:effectLst/>
                <a:uFillTx/>
                <a:latin typeface="LM Roman Demi 10"/>
                <a:ea typeface="DejaVu Sans"/>
              </a:rPr>
              <a:t>Thank you!</a:t>
            </a:r>
            <a:endParaRPr b="0" lang="en-US" sz="9600" strike="noStrike" u="none">
              <a:solidFill>
                <a:srgbClr val="000000"/>
              </a:solidFill>
              <a:effectLst/>
              <a:uFillTx/>
              <a:latin typeface="Arial"/>
            </a:endParaRPr>
          </a:p>
        </p:txBody>
      </p:sp>
      <p:pic>
        <p:nvPicPr>
          <p:cNvPr id="605" name="" descr=""/>
          <p:cNvPicPr/>
          <p:nvPr/>
        </p:nvPicPr>
        <p:blipFill>
          <a:blip r:embed="rId2"/>
          <a:stretch/>
        </p:blipFill>
        <p:spPr>
          <a:xfrm>
            <a:off x="8946000" y="12960"/>
            <a:ext cx="1075320" cy="416520"/>
          </a:xfrm>
          <a:prstGeom prst="rect">
            <a:avLst/>
          </a:prstGeom>
          <a:noFill/>
          <a:ln w="0">
            <a:noFill/>
          </a:ln>
        </p:spPr>
      </p:pic>
      <p:sp>
        <p:nvSpPr>
          <p:cNvPr id="606" name="PlaceHolder 16"/>
          <p:cNvSpPr/>
          <p:nvPr/>
        </p:nvSpPr>
        <p:spPr>
          <a:xfrm>
            <a:off x="1892160" y="360"/>
            <a:ext cx="6112440" cy="410040"/>
          </a:xfrm>
          <a:prstGeom prst="rect">
            <a:avLst/>
          </a:prstGeom>
          <a:solidFill>
            <a:srgbClr val="1d3783"/>
          </a:solidFill>
          <a:ln w="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rgbClr val="ffffff"/>
              </a:solidFill>
              <a:effectLst/>
              <a:uFillTx/>
              <a:latin typeface="Arial"/>
              <a:ea typeface="DejaVu Sans"/>
            </a:endParaRPr>
          </a:p>
        </p:txBody>
      </p:sp>
      <p:sp>
        <p:nvSpPr>
          <p:cNvPr id="2" name="PlaceHolder 1"/>
          <p:cNvSpPr>
            <a:spLocks noGrp="1"/>
          </p:cNvSpPr>
          <p:nvPr>
            <p:ph type="sldNum" idx="41"/>
          </p:nvPr>
        </p:nvSpPr>
        <p:spPr/>
        <p:txBody>
          <a:bodyPr/>
          <a:p>
            <a:fld id="{4DB3C2ED-F52A-4E7A-B11C-640CF5C53AD1}" type="slidenum">
              <a:t>28</a:t>
            </a:fld>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07" name="" descr=""/>
          <p:cNvPicPr/>
          <p:nvPr/>
        </p:nvPicPr>
        <p:blipFill>
          <a:blip r:embed="rId1"/>
          <a:stretch/>
        </p:blipFill>
        <p:spPr>
          <a:xfrm>
            <a:off x="933480" y="359280"/>
            <a:ext cx="4530960" cy="4566600"/>
          </a:xfrm>
          <a:prstGeom prst="rect">
            <a:avLst/>
          </a:prstGeom>
          <a:noFill/>
          <a:ln w="0">
            <a:noFill/>
          </a:ln>
        </p:spPr>
      </p:pic>
      <p:sp>
        <p:nvSpPr>
          <p:cNvPr id="608" name=""/>
          <p:cNvSpPr/>
          <p:nvPr/>
        </p:nvSpPr>
        <p:spPr>
          <a:xfrm>
            <a:off x="5693040" y="555480"/>
            <a:ext cx="3930840" cy="48517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000" strike="noStrike" u="none">
                <a:solidFill>
                  <a:srgbClr val="000000"/>
                </a:solidFill>
                <a:effectLst/>
                <a:uFillTx/>
                <a:latin typeface="Arial"/>
                <a:ea typeface="DejaVu Sans"/>
              </a:rPr>
              <a:t>The Novel Orthopoxvirus on Transmission Electron Microscopy. Thin-section electron microscopy and negative-stain electron microscopy were performed, as previously described . 20,21 Panel A shows type A viral inclusion bodies (arrows) in infected cell-culture cells on thin-section electron microscopy. Nu denotes the cell nucleus. The scale bar represents 2 μm. Panel B shows the area in the upper box in Panel A at a higher magnification. Type A viral inclusion bodies, which are observed in infections caused by some orthopoxvirus species, are composed of proteinaceous material and mature virus particles (arrow). Type B viral inclusion bodies, also known as viral factories, are composed of spherical, immature virus particles (arrowhead). The scale bar represents 500 nm. Panel C shows a higher magnification of the extracellular mature virions shown in the area in the lower box in Panel A. A lateral body within a maturing virus particle (arrow) is shown. The scale bar represents 100 nm. Panel D shows brick-shaped virions, with short, whirled filaments on the surface on negativestain electron microscopy. The scale bar represents 100 nm.</a:t>
            </a:r>
            <a:r>
              <a:rPr b="1" lang="en-US" sz="1200" strike="noStrike" u="none">
                <a:solidFill>
                  <a:srgbClr val="000000"/>
                </a:solidFill>
                <a:effectLst/>
                <a:uFillTx/>
                <a:latin typeface="Arial"/>
                <a:ea typeface="DejaVu Sans"/>
              </a:rPr>
              <a:t>  </a:t>
            </a:r>
            <a:endParaRPr b="0" lang="en-US" sz="1200" strike="noStrike" u="none">
              <a:solidFill>
                <a:srgbClr val="000000"/>
              </a:solidFill>
              <a:effectLst/>
              <a:uFillTx/>
              <a:latin typeface="Arial"/>
            </a:endParaRPr>
          </a:p>
          <a:p>
            <a:pPr>
              <a:lnSpc>
                <a:spcPct val="100000"/>
              </a:lnSpc>
            </a:pPr>
            <a:r>
              <a:rPr b="1" lang="en-US" sz="1000" strike="noStrike" u="none">
                <a:solidFill>
                  <a:srgbClr val="000000"/>
                </a:solidFill>
                <a:effectLst/>
                <a:uFillTx/>
                <a:latin typeface="Arial"/>
                <a:ea typeface="DejaVu Sans"/>
              </a:rPr>
              <a:t>Vora, Neil &amp; Li, Yu &amp; Geleishvili, Marika &amp; Emerson, Ginny &amp; Khmaladze, Ekaterine &amp; Maghlakelidze, Giorgi &amp; Navdarashvili, Archil &amp; Zakhashvili, Khatuna &amp; Kokhreidze, Maka &amp; Endeladze, Marina &amp; Mokverashvili, Gela &amp; Satheshkumar, P.S. &amp; Gallardo-Romero, Nadia &amp; Goldsmith, Cynthia &amp; Metcalfe, Maureen &amp; Damon, Inger &amp; Maes, Edmond &amp; Reynolds, Mary &amp; Morgan, Juliette &amp; Carroll, Ph.D.. (2015). Human Infection with a Zoonotic Orthopoxvirus in the Country of Georgia. New England Journal of Medicine. 372. 10.1056/NEJMoa1407647. </a:t>
            </a:r>
            <a:endParaRPr b="0" lang="en-US" sz="1000" strike="noStrike" u="none">
              <a:solidFill>
                <a:srgbClr val="000000"/>
              </a:solidFill>
              <a:effectLst/>
              <a:uFillTx/>
              <a:latin typeface="Arial"/>
            </a:endParaRPr>
          </a:p>
          <a:p>
            <a:pPr>
              <a:lnSpc>
                <a:spcPct val="100000"/>
              </a:lnSpc>
            </a:pPr>
            <a:endParaRPr b="0" lang="en-US" sz="1000" strike="noStrike" u="none">
              <a:solidFill>
                <a:srgbClr val="000000"/>
              </a:solidFill>
              <a:effectLst/>
              <a:uFillTx/>
              <a:latin typeface="Arial"/>
            </a:endParaRPr>
          </a:p>
        </p:txBody>
      </p:sp>
      <p:sp>
        <p:nvSpPr>
          <p:cNvPr id="2" name="PlaceHolder 1"/>
          <p:cNvSpPr>
            <a:spLocks noGrp="1"/>
          </p:cNvSpPr>
          <p:nvPr>
            <p:ph type="sldNum" idx="41"/>
          </p:nvPr>
        </p:nvSpPr>
        <p:spPr/>
        <p:txBody>
          <a:bodyPr/>
          <a:p>
            <a:fld id="{30D91D7E-7E58-4FC4-8595-C395C6433C29}" type="slidenum">
              <a:t>29</a:t>
            </a:fld>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9" name="PlaceHolder 19"/>
          <p:cNvSpPr/>
          <p:nvPr/>
        </p:nvSpPr>
        <p:spPr>
          <a:xfrm>
            <a:off x="1892160" y="360"/>
            <a:ext cx="6112440" cy="41004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r>
              <a:rPr b="1" lang="en-US" sz="2400" strike="noStrike" u="none">
                <a:solidFill>
                  <a:schemeClr val="lt1"/>
                </a:solidFill>
                <a:effectLst/>
                <a:uFillTx/>
                <a:latin typeface="Calibri Light"/>
                <a:ea typeface="DejaVu Sans"/>
              </a:rPr>
              <a:t>Reference</a:t>
            </a:r>
            <a:endParaRPr b="0" lang="en-US" sz="2400" strike="noStrike" u="none">
              <a:solidFill>
                <a:srgbClr val="ffffff"/>
              </a:solidFill>
              <a:effectLst/>
              <a:uFillTx/>
              <a:latin typeface="Arial"/>
            </a:endParaRPr>
          </a:p>
        </p:txBody>
      </p:sp>
      <p:sp>
        <p:nvSpPr>
          <p:cNvPr id="610" name=""/>
          <p:cNvSpPr/>
          <p:nvPr/>
        </p:nvSpPr>
        <p:spPr>
          <a:xfrm>
            <a:off x="58320" y="632520"/>
            <a:ext cx="10170720" cy="49640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trike="noStrike" u="none">
                <a:solidFill>
                  <a:srgbClr val="000000"/>
                </a:solidFill>
                <a:effectLst/>
                <a:uFillTx/>
                <a:latin typeface="Arial"/>
                <a:ea typeface="DejaVu Sans"/>
              </a:rPr>
              <a:t>[6] Cynthia S Goldsmith and Russell Regnery. Monkeypox virus particle. Public Health Image Library, Centers for Disease Control and Prevention, 2003. Image ID: 22664.</a:t>
            </a:r>
            <a:endParaRPr b="0" lang="en-US" sz="1600" strike="noStrike" u="none">
              <a:solidFill>
                <a:srgbClr val="000000"/>
              </a:solidFill>
              <a:effectLst/>
              <a:uFillTx/>
              <a:latin typeface="Arial"/>
            </a:endParaRPr>
          </a:p>
          <a:p>
            <a:pPr>
              <a:lnSpc>
                <a:spcPct val="100000"/>
              </a:lnSpc>
            </a:pP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[7] Yinon M Bar-On, Avi Flamholz, Rob Phillips, and Ron Milo. Sars-cov-2 (covid-19) by the numbers. Elife, 9:e57309, Apr 2020.</a:t>
            </a:r>
            <a:endParaRPr b="0" lang="en-US" sz="1600" strike="noStrike" u="none">
              <a:solidFill>
                <a:srgbClr val="000000"/>
              </a:solidFill>
              <a:effectLst/>
              <a:uFillTx/>
              <a:latin typeface="Arial"/>
            </a:endParaRPr>
          </a:p>
          <a:p>
            <a:pPr>
              <a:lnSpc>
                <a:spcPct val="100000"/>
              </a:lnSpc>
            </a:pP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[8] Lei Wu, Wenhui Zhou, Lihua Lin, Anhong Chen, Jing Feng, Xiangmeng Qu, Hongbo Zhang, and Jun Yue. Delivery of therapeutic oligonucleotides in nanoscale. Bioactive Materials, 7:292–323, 2022.</a:t>
            </a:r>
            <a:endParaRPr b="0" lang="en-US" sz="1600" strike="noStrike" u="none">
              <a:solidFill>
                <a:srgbClr val="000000"/>
              </a:solidFill>
              <a:effectLst/>
              <a:uFillTx/>
              <a:latin typeface="Arial"/>
            </a:endParaRPr>
          </a:p>
          <a:p>
            <a:pPr>
              <a:lnSpc>
                <a:spcPct val="100000"/>
              </a:lnSpc>
            </a:pP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[9] Emily Barrow, Anthony V. Nicola, and Jun Liu. Multiscale perspectives of virus entry via endocytosis. Virology Journal, 10:177, 2013.</a:t>
            </a:r>
            <a:endParaRPr b="0" lang="en-US" sz="1600" strike="noStrike" u="none">
              <a:solidFill>
                <a:srgbClr val="000000"/>
              </a:solidFill>
              <a:effectLst/>
              <a:uFillTx/>
              <a:latin typeface="Arial"/>
            </a:endParaRPr>
          </a:p>
          <a:p>
            <a:pPr>
              <a:lnSpc>
                <a:spcPct val="100000"/>
              </a:lnSpc>
            </a:pP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[10] Susan Payne. Viruses: From Understanding to Investigation. Elsevier, 2nd edition, 2022.</a:t>
            </a:r>
            <a:endParaRPr b="0" lang="en-US" sz="1600" strike="noStrike" u="none">
              <a:solidFill>
                <a:srgbClr val="000000"/>
              </a:solidFill>
              <a:effectLst/>
              <a:uFillTx/>
              <a:latin typeface="Arial"/>
            </a:endParaRPr>
          </a:p>
          <a:p>
            <a:pPr>
              <a:lnSpc>
                <a:spcPct val="100000"/>
              </a:lnSpc>
            </a:pP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[11] A. Brandariz-Nuñez, T. Liu, T. Du, and A. Evilevitch. Pressure-driven release of viral genome into a</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host nucleus is a mechanism leading to herpes infection. eLife, 8:e47212, 2019.</a:t>
            </a:r>
            <a:endParaRPr b="0" lang="en-US" sz="1600" strike="noStrike" u="none">
              <a:solidFill>
                <a:srgbClr val="000000"/>
              </a:solidFill>
              <a:effectLst/>
              <a:uFillTx/>
              <a:latin typeface="Arial"/>
            </a:endParaRPr>
          </a:p>
          <a:p>
            <a:pPr>
              <a:lnSpc>
                <a:spcPct val="100000"/>
              </a:lnSpc>
            </a:pP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[12] Morgan Chabanon, Jeanne C. Stachowiak, and Padmini Rangamani. Systems biology of cellular</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membranes: a convergence with biophysics. Wiley Interdisciplinary Reviews: Systems Biology and</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Medicine, 9(5), sep 2017. Epub 2017 May 5.</a:t>
            </a:r>
            <a:endParaRPr b="0" lang="en-US" sz="1600" strike="noStrike" u="none">
              <a:solidFill>
                <a:srgbClr val="000000"/>
              </a:solidFill>
              <a:effectLst/>
              <a:uFillTx/>
              <a:latin typeface="Arial"/>
            </a:endParaRPr>
          </a:p>
        </p:txBody>
      </p:sp>
      <p:pic>
        <p:nvPicPr>
          <p:cNvPr id="611" name="" descr=""/>
          <p:cNvPicPr/>
          <p:nvPr/>
        </p:nvPicPr>
        <p:blipFill>
          <a:blip r:embed="rId1"/>
          <a:stretch/>
        </p:blipFill>
        <p:spPr>
          <a:xfrm>
            <a:off x="0" y="0"/>
            <a:ext cx="1860480" cy="410400"/>
          </a:xfrm>
          <a:prstGeom prst="rect">
            <a:avLst/>
          </a:prstGeom>
          <a:noFill/>
          <a:ln w="0">
            <a:noFill/>
          </a:ln>
        </p:spPr>
      </p:pic>
      <p:pic>
        <p:nvPicPr>
          <p:cNvPr id="612" name="" descr=""/>
          <p:cNvPicPr/>
          <p:nvPr/>
        </p:nvPicPr>
        <p:blipFill>
          <a:blip r:embed="rId2"/>
          <a:stretch/>
        </p:blipFill>
        <p:spPr>
          <a:xfrm>
            <a:off x="8946360" y="13320"/>
            <a:ext cx="1075320" cy="416520"/>
          </a:xfrm>
          <a:prstGeom prst="rect">
            <a:avLst/>
          </a:prstGeom>
          <a:noFill/>
          <a:ln w="0">
            <a:noFill/>
          </a:ln>
        </p:spPr>
      </p:pic>
      <p:sp>
        <p:nvSpPr>
          <p:cNvPr id="2" name="PlaceHolder 1"/>
          <p:cNvSpPr>
            <a:spLocks noGrp="1"/>
          </p:cNvSpPr>
          <p:nvPr>
            <p:ph type="sldNum" idx="41"/>
          </p:nvPr>
        </p:nvSpPr>
        <p:spPr/>
        <p:txBody>
          <a:bodyPr/>
          <a:p>
            <a:fld id="{12B64F8F-B0A2-4BBD-9994-2D8231F647B1}" type="slidenum">
              <a:t>30</a:t>
            </a:fld>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3" name="PlaceHolder 1"/>
          <p:cNvSpPr>
            <a:spLocks noGrp="1"/>
          </p:cNvSpPr>
          <p:nvPr>
            <p:ph type="title"/>
          </p:nvPr>
        </p:nvSpPr>
        <p:spPr>
          <a:xfrm>
            <a:off x="504000" y="377280"/>
            <a:ext cx="9037080" cy="628200"/>
          </a:xfrm>
          <a:prstGeom prst="rect">
            <a:avLst/>
          </a:prstGeom>
          <a:noFill/>
          <a:ln w="0">
            <a:noFill/>
          </a:ln>
        </p:spPr>
        <p:txBody>
          <a:bodyPr lIns="0" rIns="0" tIns="0" bIns="0" anchor="ctr">
            <a:spAutoFit/>
          </a:bodyPr>
          <a:p>
            <a:pPr indent="0" algn="ctr">
              <a:buNone/>
            </a:pPr>
            <a:endParaRPr b="0" lang="en-US" sz="1800" strike="noStrike" u="none">
              <a:solidFill>
                <a:srgbClr val="000000"/>
              </a:solidFill>
              <a:effectLst/>
              <a:uFillTx/>
              <a:latin typeface="Arial"/>
            </a:endParaRPr>
          </a:p>
        </p:txBody>
      </p:sp>
      <p:sp>
        <p:nvSpPr>
          <p:cNvPr id="614" name="PlaceHolder 2"/>
          <p:cNvSpPr>
            <a:spLocks noGrp="1"/>
          </p:cNvSpPr>
          <p:nvPr>
            <p:ph/>
          </p:nvPr>
        </p:nvSpPr>
        <p:spPr>
          <a:xfrm>
            <a:off x="504000" y="1326600"/>
            <a:ext cx="9037800" cy="3254400"/>
          </a:xfrm>
          <a:prstGeom prst="rect">
            <a:avLst/>
          </a:prstGeom>
          <a:noFill/>
          <a:ln w="0">
            <a:noFill/>
          </a:ln>
        </p:spPr>
        <p:txBody>
          <a:bodyPr lIns="0" rIns="0" tIns="0" bIns="0" anchor="t">
            <a:normAutofit/>
          </a:bodyPr>
          <a:p>
            <a:pPr indent="0">
              <a:spcBef>
                <a:spcPts val="1417"/>
              </a:spcBef>
              <a:buNone/>
            </a:pPr>
            <a:endParaRPr b="0" lang="en-US" sz="1800" strike="noStrike" u="none">
              <a:solidFill>
                <a:srgbClr val="000000"/>
              </a:solidFill>
              <a:effectLst/>
              <a:uFillTx/>
              <a:latin typeface="Arial"/>
            </a:endParaRPr>
          </a:p>
        </p:txBody>
      </p:sp>
      <p:sp>
        <p:nvSpPr>
          <p:cNvPr id="4" name="PlaceHolder 3"/>
          <p:cNvSpPr>
            <a:spLocks noGrp="1"/>
          </p:cNvSpPr>
          <p:nvPr>
            <p:ph type="sldNum" idx="41"/>
          </p:nvPr>
        </p:nvSpPr>
        <p:spPr/>
        <p:txBody>
          <a:bodyPr/>
          <a:p>
            <a:fld id="{42FC701C-E418-4570-83D9-77E029445D68}" type="slidenum">
              <a:t>31</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6.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7.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8.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9.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0.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6.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7.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8.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9.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0.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8116</TotalTime>
  <Application>LibreOffice/25.2.7.2$Linux_X86_64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2025-09-29T12:55:13Z</dcterms:created>
  <dc:creator/>
  <dc:description/>
  <dc:language>en-US</dc:language>
  <cp:lastModifiedBy/>
  <cp:lastPrinted>2026-02-10T11:38:48Z</cp:lastPrinted>
  <dcterms:modified xsi:type="dcterms:W3CDTF">2026-02-10T11:47:41Z</dcterms:modified>
  <cp:revision>741</cp:revision>
  <dc:subject/>
  <dc:title/>
</cp:coreProperties>
</file>

<file path=docProps/custom.xml><?xml version="1.0" encoding="utf-8"?>
<Properties xmlns="http://schemas.openxmlformats.org/officeDocument/2006/custom-properties" xmlns:vt="http://schemas.openxmlformats.org/officeDocument/2006/docPropsVTypes"/>
</file>